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0613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36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4D825C-D67F-4CEC-BCDB-AF4556710C0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3A7D27-1887-4599-AE98-258C64D70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2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51164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144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9107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4108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6666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7588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63348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3947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575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44646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5357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5802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75775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85968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0297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218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99665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8351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b2c83c5a47_0_7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g2b2c83c5a47_0_7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g2b2c83c5a47_0_7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4286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7E12BAB2-9FC4-5B71-B126-39B55E5C6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b2c83c5a47_0_1104:notes">
            <a:extLst>
              <a:ext uri="{FF2B5EF4-FFF2-40B4-BE49-F238E27FC236}">
                <a16:creationId xmlns:a16="http://schemas.microsoft.com/office/drawing/2014/main" id="{AC69F97F-C50A-36D1-F223-02F936BD6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2b2c83c5a47_0_1104:notes">
            <a:extLst>
              <a:ext uri="{FF2B5EF4-FFF2-40B4-BE49-F238E27FC236}">
                <a16:creationId xmlns:a16="http://schemas.microsoft.com/office/drawing/2014/main" id="{583D3F2A-BCA9-CAD7-CF0A-BE0FD9E67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4" name="Google Shape;524;g2b2c83c5a47_0_1104:notes">
            <a:extLst>
              <a:ext uri="{FF2B5EF4-FFF2-40B4-BE49-F238E27FC236}">
                <a16:creationId xmlns:a16="http://schemas.microsoft.com/office/drawing/2014/main" id="{10E69AAE-0BEA-38E1-1DCB-3A51542C66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1860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A7B90A76-5EA0-3132-06E5-308E1747B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b2c83c5a47_0_1104:notes">
            <a:extLst>
              <a:ext uri="{FF2B5EF4-FFF2-40B4-BE49-F238E27FC236}">
                <a16:creationId xmlns:a16="http://schemas.microsoft.com/office/drawing/2014/main" id="{8C905542-90BE-EC30-A6F1-0FCF5369D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2b2c83c5a47_0_1104:notes">
            <a:extLst>
              <a:ext uri="{FF2B5EF4-FFF2-40B4-BE49-F238E27FC236}">
                <a16:creationId xmlns:a16="http://schemas.microsoft.com/office/drawing/2014/main" id="{AECB1D9A-3328-EBFD-251D-8F4B91F5C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4" name="Google Shape;524;g2b2c83c5a47_0_1104:notes">
            <a:extLst>
              <a:ext uri="{FF2B5EF4-FFF2-40B4-BE49-F238E27FC236}">
                <a16:creationId xmlns:a16="http://schemas.microsoft.com/office/drawing/2014/main" id="{0704277D-AAD8-FAE1-B813-2DB01A7681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22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13690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853E3873-6CF8-9482-9A98-36BA25F6F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b2c83c5a47_0_1104:notes">
            <a:extLst>
              <a:ext uri="{FF2B5EF4-FFF2-40B4-BE49-F238E27FC236}">
                <a16:creationId xmlns:a16="http://schemas.microsoft.com/office/drawing/2014/main" id="{DEFAE6FB-AD13-6FA8-4750-B57B4008D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3" name="Google Shape;523;g2b2c83c5a47_0_1104:notes">
            <a:extLst>
              <a:ext uri="{FF2B5EF4-FFF2-40B4-BE49-F238E27FC236}">
                <a16:creationId xmlns:a16="http://schemas.microsoft.com/office/drawing/2014/main" id="{F3AE027B-F049-40C5-4DA8-670F5F255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4" name="Google Shape;524;g2b2c83c5a47_0_1104:notes">
            <a:extLst>
              <a:ext uri="{FF2B5EF4-FFF2-40B4-BE49-F238E27FC236}">
                <a16:creationId xmlns:a16="http://schemas.microsoft.com/office/drawing/2014/main" id="{38283D57-674B-922F-09D5-9A15CBD8B7E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f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424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e de titre">
  <p:cSld name="Diapositive de 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l="5594" r="5603"/>
          <a:stretch/>
        </p:blipFill>
        <p:spPr>
          <a:xfrm>
            <a:off x="1775884" y="0"/>
            <a:ext cx="10416000" cy="65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8540751" y="1048713"/>
            <a:ext cx="3651200" cy="311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216000" tIns="0" rIns="72000" bIns="468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ibre Franklin"/>
              <a:buNone/>
              <a:defRPr sz="4800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6102351" y="4166563"/>
            <a:ext cx="2438400" cy="2091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0000" tIns="45700" rIns="91425" bIns="45700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80"/>
              <a:buFont typeface="Libre Franklin Medium"/>
              <a:buNone/>
              <a:defRPr sz="1600">
                <a:solidFill>
                  <a:schemeClr val="l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15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196" y="107045"/>
            <a:ext cx="1567067" cy="67820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11409045" y="6333135"/>
            <a:ext cx="731600" cy="524800"/>
          </a:xfrm>
          <a:prstGeom prst="rect">
            <a:avLst/>
          </a:prstGeom>
        </p:spPr>
        <p:txBody>
          <a:bodyPr spcFirstLastPara="1" wrap="square" lIns="90000" tIns="0" rIns="90000" bIns="0" anchor="t" anchorCtr="0">
            <a:noAutofit/>
          </a:bodyPr>
          <a:lstStyle>
            <a:lvl1pPr lvl="0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1pPr>
            <a:lvl2pPr lvl="1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2pPr>
            <a:lvl3pPr lvl="2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3pPr>
            <a:lvl4pPr lvl="3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4pPr>
            <a:lvl5pPr lvl="4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5pPr>
            <a:lvl6pPr lvl="5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6pPr>
            <a:lvl7pPr lvl="6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7pPr>
            <a:lvl8pPr lvl="7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8pPr>
            <a:lvl9pPr lvl="8" algn="r" rtl="0">
              <a:buNone/>
              <a:defRPr sz="1733"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018627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126">
          <p15:clr>
            <a:srgbClr val="FBAE40"/>
          </p15:clr>
        </p15:guide>
        <p15:guide id="4" orient="horz" pos="123">
          <p15:clr>
            <a:srgbClr val="FBAE40"/>
          </p15:clr>
        </p15:guide>
        <p15:guide id="5" orient="horz" pos="3117">
          <p15:clr>
            <a:srgbClr val="FBAE40"/>
          </p15:clr>
        </p15:guide>
        <p15:guide id="6" pos="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et contenu">
  <p:cSld name="1_Titre et contenu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body" idx="1"/>
          </p:nvPr>
        </p:nvSpPr>
        <p:spPr>
          <a:xfrm>
            <a:off x="1206500" y="2084933"/>
            <a:ext cx="60984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2"/>
          </p:nvPr>
        </p:nvSpPr>
        <p:spPr>
          <a:xfrm>
            <a:off x="7304767" y="6933"/>
            <a:ext cx="4203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271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de section">
  <p:cSld name="1_Titre de sec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6096000" y="1037167"/>
            <a:ext cx="5412000" cy="23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 sz="4267"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1208767" y="6933"/>
            <a:ext cx="48872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096000" y="3429000"/>
            <a:ext cx="5412000" cy="34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30479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 sz="2400">
                <a:solidFill>
                  <a:schemeClr val="lt1"/>
                </a:solidFill>
              </a:defRPr>
            </a:lvl1pPr>
            <a:lvl2pPr marL="1219170" lvl="1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2pPr>
            <a:lvl3pPr marL="1828754" lvl="2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1500"/>
              <a:buNone/>
              <a:defRPr>
                <a:solidFill>
                  <a:srgbClr val="918F8F"/>
                </a:solidFill>
              </a:defRPr>
            </a:lvl3pPr>
            <a:lvl4pPr marL="2438339" lvl="3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1400"/>
              <a:buNone/>
              <a:defRPr>
                <a:solidFill>
                  <a:srgbClr val="918F8F"/>
                </a:solidFill>
              </a:defRPr>
            </a:lvl4pPr>
            <a:lvl5pPr marL="3047924" lvl="4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1300"/>
              <a:buNone/>
              <a:defRPr>
                <a:solidFill>
                  <a:srgbClr val="918F8F"/>
                </a:solidFill>
              </a:defRPr>
            </a:lvl5pPr>
            <a:lvl6pPr marL="3657509" lvl="5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1200"/>
              <a:buNone/>
              <a:defRPr>
                <a:solidFill>
                  <a:srgbClr val="918F8F"/>
                </a:solidFill>
              </a:defRPr>
            </a:lvl6pPr>
            <a:lvl7pPr marL="4267093" lvl="6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1100"/>
              <a:buNone/>
              <a:defRPr>
                <a:solidFill>
                  <a:srgbClr val="918F8F"/>
                </a:solidFill>
              </a:defRPr>
            </a:lvl7pPr>
            <a:lvl8pPr marL="4876678" lvl="7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1000"/>
              <a:buNone/>
              <a:defRPr>
                <a:solidFill>
                  <a:srgbClr val="918F8F"/>
                </a:solidFill>
              </a:defRPr>
            </a:lvl8pPr>
            <a:lvl9pPr marL="5486263" lvl="8" indent="-30479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8F8F"/>
              </a:buClr>
              <a:buSzPts val="900"/>
              <a:buNone/>
              <a:defRPr>
                <a:solidFill>
                  <a:srgbClr val="918F8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8458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1206500" y="2084935"/>
            <a:ext cx="103020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12415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re et contenu">
  <p:cSld name="2_Titre et contenu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5399200" y="2084935"/>
            <a:ext cx="6108800" cy="4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2"/>
          </p:nvPr>
        </p:nvSpPr>
        <p:spPr>
          <a:xfrm>
            <a:off x="1208767" y="6933"/>
            <a:ext cx="41904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7625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re et contenu">
  <p:cSld name="4_Titre et contenu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>
            <a:off x="5399200" y="2084935"/>
            <a:ext cx="61088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5399203" y="174700"/>
            <a:ext cx="61088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subTitle" idx="2"/>
          </p:nvPr>
        </p:nvSpPr>
        <p:spPr>
          <a:xfrm>
            <a:off x="1208767" y="6933"/>
            <a:ext cx="4192800" cy="6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299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re et contenu">
  <p:cSld name="3_Titre et contenu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6096000" y="2101500"/>
            <a:ext cx="5412000" cy="4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92" name="Google Shape;92;p20"/>
          <p:cNvSpPr txBox="1">
            <a:spLocks noGrp="1"/>
          </p:cNvSpPr>
          <p:nvPr>
            <p:ph type="subTitle" idx="2"/>
          </p:nvPr>
        </p:nvSpPr>
        <p:spPr>
          <a:xfrm>
            <a:off x="1208767" y="2101500"/>
            <a:ext cx="4889600" cy="47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9117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>
            <a:spLocks noGrp="1"/>
          </p:cNvSpPr>
          <p:nvPr>
            <p:ph type="body" idx="1"/>
          </p:nvPr>
        </p:nvSpPr>
        <p:spPr>
          <a:xfrm>
            <a:off x="1206500" y="2084933"/>
            <a:ext cx="48896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body" idx="2"/>
          </p:nvPr>
        </p:nvSpPr>
        <p:spPr>
          <a:xfrm>
            <a:off x="6096000" y="2084933"/>
            <a:ext cx="54124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654883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seul">
  <p:cSld name="1_Titre seul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title"/>
          </p:nvPr>
        </p:nvSpPr>
        <p:spPr>
          <a:xfrm>
            <a:off x="8540751" y="3429000"/>
            <a:ext cx="3651200" cy="281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80000" tIns="0" rIns="72000" bIns="468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ibre Franklin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101" name="Google Shape;101;p22"/>
          <p:cNvSpPr txBox="1">
            <a:spLocks noGrp="1"/>
          </p:cNvSpPr>
          <p:nvPr>
            <p:ph type="subTitle" idx="1"/>
          </p:nvPr>
        </p:nvSpPr>
        <p:spPr>
          <a:xfrm>
            <a:off x="1208767" y="133"/>
            <a:ext cx="10299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9741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re seul">
  <p:cSld name="2_Titre seul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104" name="Google Shape;104;p23"/>
          <p:cNvSpPr txBox="1">
            <a:spLocks noGrp="1"/>
          </p:cNvSpPr>
          <p:nvPr>
            <p:ph type="subTitle" idx="1"/>
          </p:nvPr>
        </p:nvSpPr>
        <p:spPr>
          <a:xfrm>
            <a:off x="1208767" y="6933"/>
            <a:ext cx="10983200" cy="68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None/>
              <a:defRPr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lvl="1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/>
            </a:lvl2pPr>
            <a:lvl3pPr lvl="2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50"/>
              <a:buNone/>
              <a:defRPr/>
            </a:lvl3pPr>
            <a:lvl4pPr lvl="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/>
            </a:lvl8pPr>
            <a:lvl9pPr lvl="8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91542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re seul">
  <p:cSld name="3_Titre seul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body" idx="1"/>
          </p:nvPr>
        </p:nvSpPr>
        <p:spPr>
          <a:xfrm>
            <a:off x="1206500" y="2084957"/>
            <a:ext cx="101960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3047924" lvl="4" indent="-41909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sp>
        <p:nvSpPr>
          <p:cNvPr id="108" name="Google Shape;108;p24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4605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V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3275773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re et contenu 1">
  <p:cSld name="1_Titre et contenu 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>
            <a:spLocks noGrp="1"/>
          </p:cNvSpPr>
          <p:nvPr>
            <p:ph type="body" idx="1"/>
          </p:nvPr>
        </p:nvSpPr>
        <p:spPr>
          <a:xfrm>
            <a:off x="1206500" y="2084933"/>
            <a:ext cx="6098400" cy="47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609585" lvl="0" indent="-441949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620"/>
              <a:buChar char="▪"/>
              <a:defRPr/>
            </a:lvl1pPr>
            <a:lvl2pPr marL="1219170" lvl="1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828754" lvl="2" indent="-44194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Char char="▪"/>
              <a:defRPr/>
            </a:lvl3pPr>
            <a:lvl4pPr marL="2438339" lvl="3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026742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 1" type="titleOnly">
  <p:cSld name="Titre seul 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1206500" y="2073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dt" idx="10"/>
          </p:nvPr>
        </p:nvSpPr>
        <p:spPr>
          <a:xfrm rot="-5400000">
            <a:off x="-772865" y="4560453"/>
            <a:ext cx="2743200" cy="121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ftr" idx="11"/>
          </p:nvPr>
        </p:nvSpPr>
        <p:spPr>
          <a:xfrm rot="-5400000">
            <a:off x="10152717" y="1834017"/>
            <a:ext cx="3394800" cy="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25511912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 1" type="title">
  <p:cSld name="Diapositive de titre 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696874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 type="tx">
  <p:cSld name="Normal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>
            <a:spLocks noGrp="1"/>
          </p:cNvSpPr>
          <p:nvPr>
            <p:ph type="title"/>
          </p:nvPr>
        </p:nvSpPr>
        <p:spPr>
          <a:xfrm>
            <a:off x="762000" y="0"/>
            <a:ext cx="114492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9"/>
          <p:cNvSpPr txBox="1">
            <a:spLocks noGrp="1"/>
          </p:cNvSpPr>
          <p:nvPr>
            <p:ph type="body" idx="1"/>
          </p:nvPr>
        </p:nvSpPr>
        <p:spPr>
          <a:xfrm>
            <a:off x="2074664" y="1416844"/>
            <a:ext cx="3284400" cy="21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noAutofit/>
          </a:bodyPr>
          <a:lstStyle>
            <a:lvl1pPr marL="609585" lvl="0" indent="-397923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Char char="▪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219170" lvl="1" indent="-36405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2pPr>
            <a:lvl3pPr marL="1828754" lvl="2" indent="-36405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3pPr>
            <a:lvl4pPr marL="2438339" lvl="3" indent="-36405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4pPr>
            <a:lvl5pPr marL="3047924" lvl="4" indent="-36405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Char char="-"/>
              <a:defRPr/>
            </a:lvl5pPr>
            <a:lvl6pPr marL="3657509" lvl="5" indent="-389457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6pPr>
            <a:lvl7pPr marL="4267093" lvl="6" indent="-389457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7pPr>
            <a:lvl8pPr marL="4876678" lvl="7" indent="-389457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8pPr>
            <a:lvl9pPr marL="5486263" lvl="8" indent="-389457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</p:spTree>
    <p:extLst>
      <p:ext uri="{BB962C8B-B14F-4D97-AF65-F5344CB8AC3E}">
        <p14:creationId xmlns:p14="http://schemas.microsoft.com/office/powerpoint/2010/main" val="173251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1206500" y="174709"/>
            <a:ext cx="48896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72000" bIns="468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ibre Franklin"/>
              <a:buNone/>
              <a:defRPr sz="32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1206500" y="2084917"/>
            <a:ext cx="10302000" cy="4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45700" rIns="91425" bIns="45700" anchor="t" anchorCtr="0">
            <a:noAutofit/>
          </a:bodyPr>
          <a:lstStyle>
            <a:lvl1pPr marL="457200" marR="0" lvl="0" indent="-33147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62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21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857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90000" bIns="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33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fr" smtClean="0"/>
              <a:pPr/>
              <a:t>‹#›</a:t>
            </a:fld>
            <a:endParaRPr lang="fr"/>
          </a:p>
        </p:txBody>
      </p:sp>
      <p:pic>
        <p:nvPicPr>
          <p:cNvPr id="54" name="Google Shape;54;p13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73698" y="176446"/>
            <a:ext cx="871941" cy="37736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24892" y="6365933"/>
            <a:ext cx="379600" cy="3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fr" sz="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/>
        </p:nvSpPr>
        <p:spPr>
          <a:xfrm rot="-5400000">
            <a:off x="-1630267" y="3706267"/>
            <a:ext cx="4454800" cy="1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" sz="933">
                <a:solidFill>
                  <a:srgbClr val="FF0000"/>
                </a:solidFill>
              </a:rPr>
              <a:t>BIO 410</a:t>
            </a:r>
            <a:endParaRPr sz="933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/>
          <p:nvPr/>
        </p:nvSpPr>
        <p:spPr>
          <a:xfrm rot="-5400000">
            <a:off x="9487917" y="2498767"/>
            <a:ext cx="4724400" cy="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fr" sz="933" b="0" i="0" u="none" strike="noStrike" cap="none">
                <a:solidFill>
                  <a:srgbClr val="413C3A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Rémy Dornier</a:t>
            </a:r>
            <a:endParaRPr sz="933" b="0" i="0" u="none" strike="noStrike" cap="none">
              <a:solidFill>
                <a:srgbClr val="413C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537414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126">
          <p15:clr>
            <a:srgbClr val="F26B43"/>
          </p15:clr>
        </p15:guide>
        <p15:guide id="3" pos="5602">
          <p15:clr>
            <a:srgbClr val="F26B43"/>
          </p15:clr>
        </p15:guide>
        <p15:guide id="4" pos="2880">
          <p15:clr>
            <a:srgbClr val="F26B43"/>
          </p15:clr>
        </p15:guide>
        <p15:guide id="5" orient="horz" pos="123">
          <p15:clr>
            <a:srgbClr val="F26B43"/>
          </p15:clr>
        </p15:guide>
        <p15:guide id="6" orient="horz" pos="3117">
          <p15:clr>
            <a:srgbClr val="F26B43"/>
          </p15:clr>
        </p15:guide>
        <p15:guide id="7" pos="570">
          <p15:clr>
            <a:srgbClr val="F26B43"/>
          </p15:clr>
        </p15:guide>
        <p15:guide id="8" pos="1155">
          <p15:clr>
            <a:srgbClr val="F26B43"/>
          </p15:clr>
        </p15:guide>
        <p15:guide id="9" pos="1728">
          <p15:clr>
            <a:srgbClr val="F26B43"/>
          </p15:clr>
        </p15:guide>
        <p15:guide id="10" pos="2304">
          <p15:clr>
            <a:srgbClr val="F26B43"/>
          </p15:clr>
        </p15:guide>
        <p15:guide id="11" pos="3456">
          <p15:clr>
            <a:srgbClr val="F26B43"/>
          </p15:clr>
        </p15:guide>
        <p15:guide id="12" pos="4035">
          <p15:clr>
            <a:srgbClr val="F26B43"/>
          </p15:clr>
        </p15:guide>
        <p15:guide id="13" pos="4608">
          <p15:clr>
            <a:srgbClr val="F26B43"/>
          </p15:clr>
        </p15:guide>
        <p15:guide id="14" pos="5180">
          <p15:clr>
            <a:srgbClr val="F26B43"/>
          </p15:clr>
        </p15:guide>
        <p15:guide id="15" orient="horz" pos="490">
          <p15:clr>
            <a:srgbClr val="F26B43"/>
          </p15:clr>
        </p15:guide>
        <p15:guide id="16" orient="horz" pos="985">
          <p15:clr>
            <a:srgbClr val="F26B43"/>
          </p15:clr>
        </p15:guide>
        <p15:guide id="17" orient="horz" pos="1475">
          <p15:clr>
            <a:srgbClr val="F26B43"/>
          </p15:clr>
        </p15:guide>
        <p15:guide id="18" orient="horz" pos="1962">
          <p15:clr>
            <a:srgbClr val="F26B43"/>
          </p15:clr>
        </p15:guide>
        <p15:guide id="19" orient="horz" pos="2458">
          <p15:clr>
            <a:srgbClr val="F26B43"/>
          </p15:clr>
        </p15:guide>
        <p15:guide id="20" orient="horz" pos="2950">
          <p15:clr>
            <a:srgbClr val="F26B43"/>
          </p15:clr>
        </p15:guide>
        <p15:guide id="21" pos="5437">
          <p15:clr>
            <a:srgbClr val="F26B43"/>
          </p15:clr>
        </p15:guide>
        <p15:guide id="22" orient="horz">
          <p15:clr>
            <a:srgbClr val="F26B43"/>
          </p15:clr>
        </p15:guide>
        <p15:guide id="23" pos="5760">
          <p15:clr>
            <a:srgbClr val="F26B43"/>
          </p15:clr>
        </p15:guide>
        <p15:guide id="24" orient="horz" pos="3240">
          <p15:clr>
            <a:srgbClr val="F26B43"/>
          </p15:clr>
        </p15:guide>
        <p15:guide id="2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0CC2F-5682-490F-920E-8D36F2CD3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511" y="2254496"/>
            <a:ext cx="4220067" cy="3879573"/>
          </a:xfrm>
          <a:prstGeom prst="rect">
            <a:avLst/>
          </a:prstGeom>
        </p:spPr>
      </p:pic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</a:t>
            </a:fld>
            <a:endParaRPr kern="0">
              <a:solidFill>
                <a:srgbClr val="413C3A"/>
              </a:solidFill>
            </a:endParaRPr>
          </a:p>
        </p:txBody>
      </p:sp>
      <p:sp>
        <p:nvSpPr>
          <p:cNvPr id="350" name="Google Shape;350;p43"/>
          <p:cNvSpPr/>
          <p:nvPr/>
        </p:nvSpPr>
        <p:spPr>
          <a:xfrm>
            <a:off x="2633419" y="4768247"/>
            <a:ext cx="1667200" cy="1840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3554061" y="1528935"/>
            <a:ext cx="6702503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867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click in </a:t>
            </a:r>
            <a:r>
              <a:rPr lang="fr-CH" sz="1867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fr-CH" sz="1867" i="1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</a:t>
            </a:r>
            <a:r>
              <a:rPr lang="fr-CH" sz="1867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folder </a:t>
            </a:r>
            <a:r>
              <a:rPr lang="fr" sz="1867" kern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(+ show more options)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5765051" y="4194281"/>
            <a:ext cx="528800" cy="49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3"/>
          <p:cNvSpPr txBox="1"/>
          <p:nvPr/>
        </p:nvSpPr>
        <p:spPr>
          <a:xfrm>
            <a:off x="5414512" y="680249"/>
            <a:ext cx="14908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WINDOWS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6" name="Google Shape;356;p43"/>
          <p:cNvSpPr txBox="1"/>
          <p:nvPr/>
        </p:nvSpPr>
        <p:spPr>
          <a:xfrm>
            <a:off x="8632215" y="2828761"/>
            <a:ext cx="2763600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867" kern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Open the terminal</a:t>
            </a: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21C3C-4082-4993-A587-8EE290957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782" y="2846497"/>
            <a:ext cx="4482587" cy="26955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279522-881E-456E-815A-241725BF27AF}"/>
              </a:ext>
            </a:extLst>
          </p:cNvPr>
          <p:cNvSpPr/>
          <p:nvPr/>
        </p:nvSpPr>
        <p:spPr>
          <a:xfrm>
            <a:off x="7140970" y="3149490"/>
            <a:ext cx="568411" cy="14828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2</a:t>
            </a:fld>
            <a:endParaRPr kern="0">
              <a:solidFill>
                <a:srgbClr val="413C3A"/>
              </a:solidFill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5213524" y="3293000"/>
            <a:ext cx="528800" cy="49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5826180" y="1170855"/>
            <a:ext cx="14908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MAC/Linux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6" name="Google Shape;356;p43"/>
          <p:cNvSpPr txBox="1"/>
          <p:nvPr/>
        </p:nvSpPr>
        <p:spPr>
          <a:xfrm>
            <a:off x="1222640" y="2047299"/>
            <a:ext cx="2763600" cy="410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Open the terminal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357" name="Google Shape;357;p43"/>
          <p:cNvGrpSpPr/>
          <p:nvPr/>
        </p:nvGrpSpPr>
        <p:grpSpPr>
          <a:xfrm>
            <a:off x="558946" y="2697331"/>
            <a:ext cx="4237675" cy="2391408"/>
            <a:chOff x="2351799" y="913378"/>
            <a:chExt cx="7343476" cy="4144075"/>
          </a:xfrm>
        </p:grpSpPr>
        <p:pic>
          <p:nvPicPr>
            <p:cNvPr id="358" name="Google Shape;35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1799" y="913378"/>
              <a:ext cx="7343476" cy="414407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359" name="Google Shape;359;p43"/>
            <p:cNvSpPr/>
            <p:nvPr/>
          </p:nvSpPr>
          <p:spPr>
            <a:xfrm>
              <a:off x="2351799" y="1473367"/>
              <a:ext cx="2498944" cy="3935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r>
                <a:rPr lang="fr" sz="8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duponton@macbook-air</a:t>
              </a:r>
              <a:endParaRPr sz="8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3"/>
            <p:cNvSpPr/>
            <p:nvPr/>
          </p:nvSpPr>
          <p:spPr>
            <a:xfrm>
              <a:off x="4961804" y="953194"/>
              <a:ext cx="1061400" cy="20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r>
                <a:rPr lang="fr" sz="667" kern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duponton</a:t>
              </a:r>
              <a:endParaRPr sz="6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61" name="Google Shape;361;p43"/>
          <p:cNvSpPr txBox="1"/>
          <p:nvPr/>
        </p:nvSpPr>
        <p:spPr>
          <a:xfrm>
            <a:off x="5056555" y="4746295"/>
            <a:ext cx="3012400" cy="47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467" kern="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cd </a:t>
            </a:r>
            <a:r>
              <a:rPr lang="fr" sz="1467" i="1" kern="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path/to/</a:t>
            </a:r>
            <a:r>
              <a:rPr lang="fr-CH" sz="1467" i="1" kern="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practical/</a:t>
            </a:r>
            <a:r>
              <a:rPr lang="fr" sz="1467" i="1" kern="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folder</a:t>
            </a:r>
            <a:endParaRPr sz="1867" i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62" name="Google Shape;362;p43"/>
          <p:cNvSpPr txBox="1"/>
          <p:nvPr/>
        </p:nvSpPr>
        <p:spPr>
          <a:xfrm>
            <a:off x="5014412" y="4099894"/>
            <a:ext cx="2763600" cy="69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fr"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Change the current directory</a:t>
            </a: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8" name="Google Shape;357;p43">
            <a:extLst>
              <a:ext uri="{FF2B5EF4-FFF2-40B4-BE49-F238E27FC236}">
                <a16:creationId xmlns:a16="http://schemas.microsoft.com/office/drawing/2014/main" id="{81F8D4CE-1505-41DE-9B48-3CB8A8DA474E}"/>
              </a:ext>
            </a:extLst>
          </p:cNvPr>
          <p:cNvGrpSpPr/>
          <p:nvPr/>
        </p:nvGrpSpPr>
        <p:grpSpPr>
          <a:xfrm>
            <a:off x="7380370" y="2697331"/>
            <a:ext cx="4237675" cy="2391408"/>
            <a:chOff x="2351799" y="913378"/>
            <a:chExt cx="7343476" cy="4144075"/>
          </a:xfrm>
        </p:grpSpPr>
        <p:pic>
          <p:nvPicPr>
            <p:cNvPr id="19" name="Google Shape;358;p43">
              <a:extLst>
                <a:ext uri="{FF2B5EF4-FFF2-40B4-BE49-F238E27FC236}">
                  <a16:creationId xmlns:a16="http://schemas.microsoft.com/office/drawing/2014/main" id="{052C4B49-38C0-4339-9A57-ECD6F81C878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1799" y="913378"/>
              <a:ext cx="7343476" cy="414407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0" name="Google Shape;359;p43">
              <a:extLst>
                <a:ext uri="{FF2B5EF4-FFF2-40B4-BE49-F238E27FC236}">
                  <a16:creationId xmlns:a16="http://schemas.microsoft.com/office/drawing/2014/main" id="{8DF732FF-8B0F-4364-95BB-7A837BCD773E}"/>
                </a:ext>
              </a:extLst>
            </p:cNvPr>
            <p:cNvSpPr/>
            <p:nvPr/>
          </p:nvSpPr>
          <p:spPr>
            <a:xfrm>
              <a:off x="2351799" y="1473367"/>
              <a:ext cx="5753200" cy="39351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r>
                <a:rPr lang="fr" sz="8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duponton@macbook-air /</a:t>
              </a:r>
              <a:r>
                <a:rPr lang="fr-CH" sz="800" b="1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document/git-workshop/practical </a:t>
              </a:r>
              <a:r>
                <a:rPr lang="fr-CH" sz="8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%</a:t>
              </a:r>
              <a:endParaRPr sz="8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360;p43">
              <a:extLst>
                <a:ext uri="{FF2B5EF4-FFF2-40B4-BE49-F238E27FC236}">
                  <a16:creationId xmlns:a16="http://schemas.microsoft.com/office/drawing/2014/main" id="{9C772179-1BE0-4604-B986-F0560BEFB54B}"/>
                </a:ext>
              </a:extLst>
            </p:cNvPr>
            <p:cNvSpPr/>
            <p:nvPr/>
          </p:nvSpPr>
          <p:spPr>
            <a:xfrm>
              <a:off x="4961804" y="953194"/>
              <a:ext cx="1061400" cy="209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r>
                <a:rPr lang="fr" sz="667" kern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duponton</a:t>
              </a:r>
              <a:endParaRPr sz="6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452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317" y="260351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3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16" name="Google Shape;231;p38">
            <a:extLst>
              <a:ext uri="{FF2B5EF4-FFF2-40B4-BE49-F238E27FC236}">
                <a16:creationId xmlns:a16="http://schemas.microsoft.com/office/drawing/2014/main" id="{996F7A49-309C-4DB5-BB8B-38E8672FB7F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4011" y="1681954"/>
            <a:ext cx="1903512" cy="3385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32;p38">
            <a:extLst>
              <a:ext uri="{FF2B5EF4-FFF2-40B4-BE49-F238E27FC236}">
                <a16:creationId xmlns:a16="http://schemas.microsoft.com/office/drawing/2014/main" id="{648F7FDF-A927-41CA-976D-D3B433919AB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9136" y="1208355"/>
            <a:ext cx="3352079" cy="98175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35;p38">
            <a:extLst>
              <a:ext uri="{FF2B5EF4-FFF2-40B4-BE49-F238E27FC236}">
                <a16:creationId xmlns:a16="http://schemas.microsoft.com/office/drawing/2014/main" id="{E1FED777-6F2A-4DAE-A706-146708C44E8F}"/>
              </a:ext>
            </a:extLst>
          </p:cNvPr>
          <p:cNvSpPr/>
          <p:nvPr/>
        </p:nvSpPr>
        <p:spPr>
          <a:xfrm rot="13717184">
            <a:off x="4594594" y="1894752"/>
            <a:ext cx="366104" cy="77775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6;p38">
            <a:extLst>
              <a:ext uri="{FF2B5EF4-FFF2-40B4-BE49-F238E27FC236}">
                <a16:creationId xmlns:a16="http://schemas.microsoft.com/office/drawing/2014/main" id="{E845A87F-2B11-46A7-B66D-C2FA2760D6C1}"/>
              </a:ext>
            </a:extLst>
          </p:cNvPr>
          <p:cNvSpPr/>
          <p:nvPr/>
        </p:nvSpPr>
        <p:spPr>
          <a:xfrm>
            <a:off x="2137286" y="2784155"/>
            <a:ext cx="2047904" cy="33064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38;p38">
            <a:extLst>
              <a:ext uri="{FF2B5EF4-FFF2-40B4-BE49-F238E27FC236}">
                <a16:creationId xmlns:a16="http://schemas.microsoft.com/office/drawing/2014/main" id="{27B78DF2-8F2D-4D3B-B966-DE291559B740}"/>
              </a:ext>
            </a:extLst>
          </p:cNvPr>
          <p:cNvSpPr/>
          <p:nvPr/>
        </p:nvSpPr>
        <p:spPr>
          <a:xfrm>
            <a:off x="7475536" y="1280730"/>
            <a:ext cx="893486" cy="33064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39;p38">
            <a:extLst>
              <a:ext uri="{FF2B5EF4-FFF2-40B4-BE49-F238E27FC236}">
                <a16:creationId xmlns:a16="http://schemas.microsoft.com/office/drawing/2014/main" id="{5F213976-FD60-4127-94B2-3FE3276D7E4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2562" y="2665430"/>
            <a:ext cx="5701262" cy="268685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40;p38">
            <a:extLst>
              <a:ext uri="{FF2B5EF4-FFF2-40B4-BE49-F238E27FC236}">
                <a16:creationId xmlns:a16="http://schemas.microsoft.com/office/drawing/2014/main" id="{1E0BE5BB-FE94-4C48-947D-579D64CFE00A}"/>
              </a:ext>
            </a:extLst>
          </p:cNvPr>
          <p:cNvSpPr/>
          <p:nvPr/>
        </p:nvSpPr>
        <p:spPr>
          <a:xfrm>
            <a:off x="7517386" y="2056976"/>
            <a:ext cx="357210" cy="489686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41;p38">
            <a:extLst>
              <a:ext uri="{FF2B5EF4-FFF2-40B4-BE49-F238E27FC236}">
                <a16:creationId xmlns:a16="http://schemas.microsoft.com/office/drawing/2014/main" id="{E64C81B8-C448-4DC8-B34F-D1AD67481BC8}"/>
              </a:ext>
            </a:extLst>
          </p:cNvPr>
          <p:cNvSpPr/>
          <p:nvPr/>
        </p:nvSpPr>
        <p:spPr>
          <a:xfrm>
            <a:off x="5485935" y="3037955"/>
            <a:ext cx="2180363" cy="801476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9506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4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A2D7B5-5920-4247-8A16-A5E3A041B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71" y="1125338"/>
            <a:ext cx="6993533" cy="4912124"/>
          </a:xfrm>
          <a:prstGeom prst="rect">
            <a:avLst/>
          </a:prstGeom>
        </p:spPr>
      </p:pic>
      <p:sp>
        <p:nvSpPr>
          <p:cNvPr id="12" name="Google Shape;250;p39">
            <a:extLst>
              <a:ext uri="{FF2B5EF4-FFF2-40B4-BE49-F238E27FC236}">
                <a16:creationId xmlns:a16="http://schemas.microsoft.com/office/drawing/2014/main" id="{C156C98E-6407-4A29-B491-F71B23497FC0}"/>
              </a:ext>
            </a:extLst>
          </p:cNvPr>
          <p:cNvSpPr/>
          <p:nvPr/>
        </p:nvSpPr>
        <p:spPr>
          <a:xfrm rot="16200000">
            <a:off x="3852102" y="1932335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2;p39">
            <a:extLst>
              <a:ext uri="{FF2B5EF4-FFF2-40B4-BE49-F238E27FC236}">
                <a16:creationId xmlns:a16="http://schemas.microsoft.com/office/drawing/2014/main" id="{7018BA2E-C48E-4CC3-85B8-8AF7F4ED28BF}"/>
              </a:ext>
            </a:extLst>
          </p:cNvPr>
          <p:cNvSpPr/>
          <p:nvPr/>
        </p:nvSpPr>
        <p:spPr>
          <a:xfrm>
            <a:off x="4571706" y="2177588"/>
            <a:ext cx="1952700" cy="2397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53;p39">
            <a:extLst>
              <a:ext uri="{FF2B5EF4-FFF2-40B4-BE49-F238E27FC236}">
                <a16:creationId xmlns:a16="http://schemas.microsoft.com/office/drawing/2014/main" id="{BE7D11B6-9029-43BB-BC08-4EBC2BDCE8B6}"/>
              </a:ext>
            </a:extLst>
          </p:cNvPr>
          <p:cNvSpPr/>
          <p:nvPr/>
        </p:nvSpPr>
        <p:spPr>
          <a:xfrm>
            <a:off x="7481003" y="2439202"/>
            <a:ext cx="349500" cy="467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54;p39">
            <a:extLst>
              <a:ext uri="{FF2B5EF4-FFF2-40B4-BE49-F238E27FC236}">
                <a16:creationId xmlns:a16="http://schemas.microsoft.com/office/drawing/2014/main" id="{DF637562-4977-4983-BDE4-B03D7AEAD63E}"/>
              </a:ext>
            </a:extLst>
          </p:cNvPr>
          <p:cNvSpPr/>
          <p:nvPr/>
        </p:nvSpPr>
        <p:spPr>
          <a:xfrm rot="16200000">
            <a:off x="3851983" y="4526557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55;p39">
            <a:extLst>
              <a:ext uri="{FF2B5EF4-FFF2-40B4-BE49-F238E27FC236}">
                <a16:creationId xmlns:a16="http://schemas.microsoft.com/office/drawing/2014/main" id="{3E82371C-F4CE-4BA7-925F-448FDD3AB27B}"/>
              </a:ext>
            </a:extLst>
          </p:cNvPr>
          <p:cNvSpPr txBox="1"/>
          <p:nvPr/>
        </p:nvSpPr>
        <p:spPr>
          <a:xfrm>
            <a:off x="1956816" y="4610279"/>
            <a:ext cx="168936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DO NOT ch</a:t>
            </a:r>
            <a:r>
              <a:rPr lang="fr" dirty="0"/>
              <a:t>eck the box</a:t>
            </a:r>
            <a:endParaRPr dirty="0"/>
          </a:p>
        </p:txBody>
      </p:sp>
      <p:sp>
        <p:nvSpPr>
          <p:cNvPr id="19" name="Google Shape;256;p39">
            <a:extLst>
              <a:ext uri="{FF2B5EF4-FFF2-40B4-BE49-F238E27FC236}">
                <a16:creationId xmlns:a16="http://schemas.microsoft.com/office/drawing/2014/main" id="{24D0A061-B563-4A60-8049-A3EC8D68B563}"/>
              </a:ext>
            </a:extLst>
          </p:cNvPr>
          <p:cNvSpPr/>
          <p:nvPr/>
        </p:nvSpPr>
        <p:spPr>
          <a:xfrm rot="16200000">
            <a:off x="3836465" y="3193825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57;p39">
            <a:extLst>
              <a:ext uri="{FF2B5EF4-FFF2-40B4-BE49-F238E27FC236}">
                <a16:creationId xmlns:a16="http://schemas.microsoft.com/office/drawing/2014/main" id="{EEE1A80B-37EC-45C8-81D7-B97522C8E1C3}"/>
              </a:ext>
            </a:extLst>
          </p:cNvPr>
          <p:cNvSpPr txBox="1"/>
          <p:nvPr/>
        </p:nvSpPr>
        <p:spPr>
          <a:xfrm>
            <a:off x="1941298" y="3341208"/>
            <a:ext cx="168936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Select </a:t>
            </a:r>
            <a:r>
              <a:rPr lang="fr" i="1" dirty="0"/>
              <a:t>private</a:t>
            </a:r>
            <a:endParaRPr i="1" dirty="0"/>
          </a:p>
        </p:txBody>
      </p:sp>
      <p:sp>
        <p:nvSpPr>
          <p:cNvPr id="21" name="Google Shape;258;p39">
            <a:extLst>
              <a:ext uri="{FF2B5EF4-FFF2-40B4-BE49-F238E27FC236}">
                <a16:creationId xmlns:a16="http://schemas.microsoft.com/office/drawing/2014/main" id="{FA84B886-C40E-436A-85D4-23638FF31DBC}"/>
              </a:ext>
            </a:extLst>
          </p:cNvPr>
          <p:cNvSpPr txBox="1"/>
          <p:nvPr/>
        </p:nvSpPr>
        <p:spPr>
          <a:xfrm>
            <a:off x="1554480" y="1897238"/>
            <a:ext cx="2207878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Enter the name of your local projet (same name)</a:t>
            </a:r>
            <a:endParaRPr dirty="0"/>
          </a:p>
        </p:txBody>
      </p:sp>
      <p:sp>
        <p:nvSpPr>
          <p:cNvPr id="28" name="Google Shape;259;p39">
            <a:extLst>
              <a:ext uri="{FF2B5EF4-FFF2-40B4-BE49-F238E27FC236}">
                <a16:creationId xmlns:a16="http://schemas.microsoft.com/office/drawing/2014/main" id="{A959262A-B757-48BB-8D1F-B1DD74D3EB31}"/>
              </a:ext>
            </a:extLst>
          </p:cNvPr>
          <p:cNvSpPr txBox="1"/>
          <p:nvPr/>
        </p:nvSpPr>
        <p:spPr>
          <a:xfrm>
            <a:off x="7560058" y="1897238"/>
            <a:ext cx="257149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Select </a:t>
            </a:r>
            <a:r>
              <a:rPr lang="fr" i="1" dirty="0"/>
              <a:t>your account</a:t>
            </a:r>
            <a:endParaRPr i="1" dirty="0"/>
          </a:p>
        </p:txBody>
      </p:sp>
      <p:sp>
        <p:nvSpPr>
          <p:cNvPr id="29" name="Google Shape;260;p39">
            <a:extLst>
              <a:ext uri="{FF2B5EF4-FFF2-40B4-BE49-F238E27FC236}">
                <a16:creationId xmlns:a16="http://schemas.microsoft.com/office/drawing/2014/main" id="{ED34C621-1438-4666-8709-8DA7D7854A50}"/>
              </a:ext>
            </a:extLst>
          </p:cNvPr>
          <p:cNvSpPr/>
          <p:nvPr/>
        </p:nvSpPr>
        <p:spPr>
          <a:xfrm rot="16200000">
            <a:off x="3836465" y="5540578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996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5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A2D7B5-5920-4247-8A16-A5E3A041B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0071" y="1125338"/>
            <a:ext cx="6993533" cy="4912124"/>
          </a:xfrm>
          <a:prstGeom prst="rect">
            <a:avLst/>
          </a:prstGeom>
        </p:spPr>
      </p:pic>
      <p:sp>
        <p:nvSpPr>
          <p:cNvPr id="12" name="Google Shape;250;p39">
            <a:extLst>
              <a:ext uri="{FF2B5EF4-FFF2-40B4-BE49-F238E27FC236}">
                <a16:creationId xmlns:a16="http://schemas.microsoft.com/office/drawing/2014/main" id="{C156C98E-6407-4A29-B491-F71B23497FC0}"/>
              </a:ext>
            </a:extLst>
          </p:cNvPr>
          <p:cNvSpPr/>
          <p:nvPr/>
        </p:nvSpPr>
        <p:spPr>
          <a:xfrm rot="16200000">
            <a:off x="3852102" y="1932335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2;p39">
            <a:extLst>
              <a:ext uri="{FF2B5EF4-FFF2-40B4-BE49-F238E27FC236}">
                <a16:creationId xmlns:a16="http://schemas.microsoft.com/office/drawing/2014/main" id="{7018BA2E-C48E-4CC3-85B8-8AF7F4ED28BF}"/>
              </a:ext>
            </a:extLst>
          </p:cNvPr>
          <p:cNvSpPr/>
          <p:nvPr/>
        </p:nvSpPr>
        <p:spPr>
          <a:xfrm>
            <a:off x="4571706" y="2177588"/>
            <a:ext cx="1952700" cy="2397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53;p39">
            <a:extLst>
              <a:ext uri="{FF2B5EF4-FFF2-40B4-BE49-F238E27FC236}">
                <a16:creationId xmlns:a16="http://schemas.microsoft.com/office/drawing/2014/main" id="{BE7D11B6-9029-43BB-BC08-4EBC2BDCE8B6}"/>
              </a:ext>
            </a:extLst>
          </p:cNvPr>
          <p:cNvSpPr/>
          <p:nvPr/>
        </p:nvSpPr>
        <p:spPr>
          <a:xfrm>
            <a:off x="7481003" y="2439202"/>
            <a:ext cx="349500" cy="467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54;p39">
            <a:extLst>
              <a:ext uri="{FF2B5EF4-FFF2-40B4-BE49-F238E27FC236}">
                <a16:creationId xmlns:a16="http://schemas.microsoft.com/office/drawing/2014/main" id="{DF637562-4977-4983-BDE4-B03D7AEAD63E}"/>
              </a:ext>
            </a:extLst>
          </p:cNvPr>
          <p:cNvSpPr/>
          <p:nvPr/>
        </p:nvSpPr>
        <p:spPr>
          <a:xfrm rot="16200000">
            <a:off x="3851983" y="4526557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55;p39">
            <a:extLst>
              <a:ext uri="{FF2B5EF4-FFF2-40B4-BE49-F238E27FC236}">
                <a16:creationId xmlns:a16="http://schemas.microsoft.com/office/drawing/2014/main" id="{3E82371C-F4CE-4BA7-925F-448FDD3AB27B}"/>
              </a:ext>
            </a:extLst>
          </p:cNvPr>
          <p:cNvSpPr txBox="1"/>
          <p:nvPr/>
        </p:nvSpPr>
        <p:spPr>
          <a:xfrm>
            <a:off x="1956816" y="4610279"/>
            <a:ext cx="1689367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H" dirty="0"/>
              <a:t>DO NOT ch</a:t>
            </a:r>
            <a:r>
              <a:rPr lang="fr" dirty="0"/>
              <a:t>eck the box</a:t>
            </a:r>
            <a:endParaRPr dirty="0"/>
          </a:p>
        </p:txBody>
      </p:sp>
      <p:sp>
        <p:nvSpPr>
          <p:cNvPr id="19" name="Google Shape;256;p39">
            <a:extLst>
              <a:ext uri="{FF2B5EF4-FFF2-40B4-BE49-F238E27FC236}">
                <a16:creationId xmlns:a16="http://schemas.microsoft.com/office/drawing/2014/main" id="{24D0A061-B563-4A60-8049-A3EC8D68B563}"/>
              </a:ext>
            </a:extLst>
          </p:cNvPr>
          <p:cNvSpPr/>
          <p:nvPr/>
        </p:nvSpPr>
        <p:spPr>
          <a:xfrm rot="16200000">
            <a:off x="3836465" y="3193825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57;p39">
            <a:extLst>
              <a:ext uri="{FF2B5EF4-FFF2-40B4-BE49-F238E27FC236}">
                <a16:creationId xmlns:a16="http://schemas.microsoft.com/office/drawing/2014/main" id="{EEE1A80B-37EC-45C8-81D7-B97522C8E1C3}"/>
              </a:ext>
            </a:extLst>
          </p:cNvPr>
          <p:cNvSpPr txBox="1"/>
          <p:nvPr/>
        </p:nvSpPr>
        <p:spPr>
          <a:xfrm>
            <a:off x="1941298" y="3341208"/>
            <a:ext cx="168936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Select </a:t>
            </a:r>
            <a:r>
              <a:rPr lang="fr" i="1" dirty="0"/>
              <a:t>private</a:t>
            </a:r>
            <a:endParaRPr i="1" dirty="0"/>
          </a:p>
        </p:txBody>
      </p:sp>
      <p:sp>
        <p:nvSpPr>
          <p:cNvPr id="21" name="Google Shape;258;p39">
            <a:extLst>
              <a:ext uri="{FF2B5EF4-FFF2-40B4-BE49-F238E27FC236}">
                <a16:creationId xmlns:a16="http://schemas.microsoft.com/office/drawing/2014/main" id="{FA84B886-C40E-436A-85D4-23638FF31DBC}"/>
              </a:ext>
            </a:extLst>
          </p:cNvPr>
          <p:cNvSpPr txBox="1"/>
          <p:nvPr/>
        </p:nvSpPr>
        <p:spPr>
          <a:xfrm>
            <a:off x="1554480" y="1897238"/>
            <a:ext cx="2207878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Enter the name of your local projet (same name)</a:t>
            </a:r>
            <a:endParaRPr dirty="0"/>
          </a:p>
        </p:txBody>
      </p:sp>
      <p:sp>
        <p:nvSpPr>
          <p:cNvPr id="28" name="Google Shape;259;p39">
            <a:extLst>
              <a:ext uri="{FF2B5EF4-FFF2-40B4-BE49-F238E27FC236}">
                <a16:creationId xmlns:a16="http://schemas.microsoft.com/office/drawing/2014/main" id="{A959262A-B757-48BB-8D1F-B1DD74D3EB31}"/>
              </a:ext>
            </a:extLst>
          </p:cNvPr>
          <p:cNvSpPr txBox="1"/>
          <p:nvPr/>
        </p:nvSpPr>
        <p:spPr>
          <a:xfrm>
            <a:off x="7560058" y="1897238"/>
            <a:ext cx="257149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/>
              <a:t>Select </a:t>
            </a:r>
            <a:r>
              <a:rPr lang="fr" i="1" dirty="0"/>
              <a:t>your account</a:t>
            </a:r>
            <a:endParaRPr i="1" dirty="0"/>
          </a:p>
        </p:txBody>
      </p:sp>
      <p:sp>
        <p:nvSpPr>
          <p:cNvPr id="29" name="Google Shape;260;p39">
            <a:extLst>
              <a:ext uri="{FF2B5EF4-FFF2-40B4-BE49-F238E27FC236}">
                <a16:creationId xmlns:a16="http://schemas.microsoft.com/office/drawing/2014/main" id="{ED34C621-1438-4666-8709-8DA7D7854A50}"/>
              </a:ext>
            </a:extLst>
          </p:cNvPr>
          <p:cNvSpPr/>
          <p:nvPr/>
        </p:nvSpPr>
        <p:spPr>
          <a:xfrm rot="16200000">
            <a:off x="3836465" y="5540578"/>
            <a:ext cx="349500" cy="7611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837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6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FB035-3519-45BB-B521-9F01F956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20" y="1554713"/>
            <a:ext cx="7793360" cy="4541053"/>
          </a:xfrm>
          <a:prstGeom prst="rect">
            <a:avLst/>
          </a:prstGeom>
        </p:spPr>
      </p:pic>
      <p:sp>
        <p:nvSpPr>
          <p:cNvPr id="16" name="Google Shape;1117;p83">
            <a:extLst>
              <a:ext uri="{FF2B5EF4-FFF2-40B4-BE49-F238E27FC236}">
                <a16:creationId xmlns:a16="http://schemas.microsoft.com/office/drawing/2014/main" id="{4571168E-ED50-4DC3-8AF0-2ACC0DB52989}"/>
              </a:ext>
            </a:extLst>
          </p:cNvPr>
          <p:cNvSpPr/>
          <p:nvPr/>
        </p:nvSpPr>
        <p:spPr>
          <a:xfrm>
            <a:off x="8306636" y="1918764"/>
            <a:ext cx="1821816" cy="1287732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17;p83">
            <a:extLst>
              <a:ext uri="{FF2B5EF4-FFF2-40B4-BE49-F238E27FC236}">
                <a16:creationId xmlns:a16="http://schemas.microsoft.com/office/drawing/2014/main" id="{DEA191FE-EEA3-4E10-9A64-AE9CEDFBAFDD}"/>
              </a:ext>
            </a:extLst>
          </p:cNvPr>
          <p:cNvSpPr/>
          <p:nvPr/>
        </p:nvSpPr>
        <p:spPr>
          <a:xfrm>
            <a:off x="2207582" y="1554712"/>
            <a:ext cx="1871471" cy="463063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360176-B37F-4073-BD75-544C71C9D755}"/>
              </a:ext>
            </a:extLst>
          </p:cNvPr>
          <p:cNvCxnSpPr>
            <a:cxnSpLocks/>
          </p:cNvCxnSpPr>
          <p:nvPr/>
        </p:nvCxnSpPr>
        <p:spPr>
          <a:xfrm>
            <a:off x="2968752" y="1265152"/>
            <a:ext cx="243840" cy="43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B52FF6-CA50-4A93-8F8A-CA59A41EC649}"/>
              </a:ext>
            </a:extLst>
          </p:cNvPr>
          <p:cNvSpPr txBox="1"/>
          <p:nvPr/>
        </p:nvSpPr>
        <p:spPr>
          <a:xfrm>
            <a:off x="2655846" y="89582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EC647B-2DD5-47DB-B23D-5838EC50243F}"/>
              </a:ext>
            </a:extLst>
          </p:cNvPr>
          <p:cNvCxnSpPr>
            <a:cxnSpLocks/>
          </p:cNvCxnSpPr>
          <p:nvPr/>
        </p:nvCxnSpPr>
        <p:spPr>
          <a:xfrm flipH="1">
            <a:off x="3919728" y="1336896"/>
            <a:ext cx="227211" cy="363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DD9235E-124B-4685-AC6C-1AAF45BC557B}"/>
              </a:ext>
            </a:extLst>
          </p:cNvPr>
          <p:cNvSpPr txBox="1"/>
          <p:nvPr/>
        </p:nvSpPr>
        <p:spPr>
          <a:xfrm>
            <a:off x="4079053" y="96756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456527-E158-4477-9AF9-73C788992C7F}"/>
              </a:ext>
            </a:extLst>
          </p:cNvPr>
          <p:cNvCxnSpPr>
            <a:cxnSpLocks/>
          </p:cNvCxnSpPr>
          <p:nvPr/>
        </p:nvCxnSpPr>
        <p:spPr>
          <a:xfrm flipH="1">
            <a:off x="9503664" y="2382360"/>
            <a:ext cx="926592" cy="287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A57B00-E46D-47EF-9E9B-12B90F208EB1}"/>
              </a:ext>
            </a:extLst>
          </p:cNvPr>
          <p:cNvSpPr txBox="1"/>
          <p:nvPr/>
        </p:nvSpPr>
        <p:spPr>
          <a:xfrm>
            <a:off x="10507494" y="22308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595A7A-9CBF-4DE2-8A7A-181F05ED4FE6}"/>
              </a:ext>
            </a:extLst>
          </p:cNvPr>
          <p:cNvCxnSpPr>
            <a:cxnSpLocks/>
          </p:cNvCxnSpPr>
          <p:nvPr/>
        </p:nvCxnSpPr>
        <p:spPr>
          <a:xfrm flipH="1" flipV="1">
            <a:off x="9753324" y="3061522"/>
            <a:ext cx="1129298" cy="2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438A56D-D5BB-4014-8FB6-0AD4BF6E4B96}"/>
              </a:ext>
            </a:extLst>
          </p:cNvPr>
          <p:cNvSpPr txBox="1"/>
          <p:nvPr/>
        </p:nvSpPr>
        <p:spPr>
          <a:xfrm>
            <a:off x="10945487" y="287685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88B18C2-87CF-4A9F-829B-98E6AA603FAF}"/>
              </a:ext>
            </a:extLst>
          </p:cNvPr>
          <p:cNvSpPr/>
          <p:nvPr/>
        </p:nvSpPr>
        <p:spPr>
          <a:xfrm>
            <a:off x="9058656" y="2382360"/>
            <a:ext cx="231648" cy="574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62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7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FB035-3519-45BB-B521-9F01F956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20" y="1554713"/>
            <a:ext cx="7793360" cy="4541053"/>
          </a:xfrm>
          <a:prstGeom prst="rect">
            <a:avLst/>
          </a:prstGeom>
        </p:spPr>
      </p:pic>
      <p:sp>
        <p:nvSpPr>
          <p:cNvPr id="16" name="Google Shape;1117;p83">
            <a:extLst>
              <a:ext uri="{FF2B5EF4-FFF2-40B4-BE49-F238E27FC236}">
                <a16:creationId xmlns:a16="http://schemas.microsoft.com/office/drawing/2014/main" id="{4571168E-ED50-4DC3-8AF0-2ACC0DB52989}"/>
              </a:ext>
            </a:extLst>
          </p:cNvPr>
          <p:cNvSpPr/>
          <p:nvPr/>
        </p:nvSpPr>
        <p:spPr>
          <a:xfrm>
            <a:off x="5914544" y="1908048"/>
            <a:ext cx="2332468" cy="423050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17;p83">
            <a:extLst>
              <a:ext uri="{FF2B5EF4-FFF2-40B4-BE49-F238E27FC236}">
                <a16:creationId xmlns:a16="http://schemas.microsoft.com/office/drawing/2014/main" id="{DEA191FE-EEA3-4E10-9A64-AE9CEDFBAFDD}"/>
              </a:ext>
            </a:extLst>
          </p:cNvPr>
          <p:cNvSpPr/>
          <p:nvPr/>
        </p:nvSpPr>
        <p:spPr>
          <a:xfrm>
            <a:off x="2275468" y="2331098"/>
            <a:ext cx="5971544" cy="545758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360176-B37F-4073-BD75-544C71C9D755}"/>
              </a:ext>
            </a:extLst>
          </p:cNvPr>
          <p:cNvCxnSpPr>
            <a:cxnSpLocks/>
          </p:cNvCxnSpPr>
          <p:nvPr/>
        </p:nvCxnSpPr>
        <p:spPr>
          <a:xfrm>
            <a:off x="1684506" y="2669460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B52FF6-CA50-4A93-8F8A-CA59A41EC649}"/>
              </a:ext>
            </a:extLst>
          </p:cNvPr>
          <p:cNvSpPr txBox="1"/>
          <p:nvPr/>
        </p:nvSpPr>
        <p:spPr>
          <a:xfrm>
            <a:off x="1387676" y="248479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AEC647B-2DD5-47DB-B23D-5838EC50243F}"/>
              </a:ext>
            </a:extLst>
          </p:cNvPr>
          <p:cNvCxnSpPr>
            <a:cxnSpLocks/>
          </p:cNvCxnSpPr>
          <p:nvPr/>
        </p:nvCxnSpPr>
        <p:spPr>
          <a:xfrm>
            <a:off x="6352032" y="1549437"/>
            <a:ext cx="1" cy="49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DD9235E-124B-4685-AC6C-1AAF45BC557B}"/>
              </a:ext>
            </a:extLst>
          </p:cNvPr>
          <p:cNvSpPr txBox="1"/>
          <p:nvPr/>
        </p:nvSpPr>
        <p:spPr>
          <a:xfrm>
            <a:off x="6195579" y="11853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456527-E158-4477-9AF9-73C788992C7F}"/>
              </a:ext>
            </a:extLst>
          </p:cNvPr>
          <p:cNvCxnSpPr>
            <a:cxnSpLocks/>
          </p:cNvCxnSpPr>
          <p:nvPr/>
        </p:nvCxnSpPr>
        <p:spPr>
          <a:xfrm>
            <a:off x="7415913" y="1549437"/>
            <a:ext cx="0" cy="49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A57B00-E46D-47EF-9E9B-12B90F208EB1}"/>
              </a:ext>
            </a:extLst>
          </p:cNvPr>
          <p:cNvSpPr txBox="1"/>
          <p:nvPr/>
        </p:nvSpPr>
        <p:spPr>
          <a:xfrm>
            <a:off x="7259460" y="12194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38A56D-D5BB-4014-8FB6-0AD4BF6E4B96}"/>
              </a:ext>
            </a:extLst>
          </p:cNvPr>
          <p:cNvSpPr txBox="1"/>
          <p:nvPr/>
        </p:nvSpPr>
        <p:spPr>
          <a:xfrm>
            <a:off x="7808100" y="121946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60A9ED-376A-4FB6-88E2-95526FC557A6}"/>
              </a:ext>
            </a:extLst>
          </p:cNvPr>
          <p:cNvCxnSpPr>
            <a:cxnSpLocks/>
          </p:cNvCxnSpPr>
          <p:nvPr/>
        </p:nvCxnSpPr>
        <p:spPr>
          <a:xfrm>
            <a:off x="7964553" y="1549437"/>
            <a:ext cx="0" cy="4910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95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8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FB035-3519-45BB-B521-9F01F956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20" y="1554713"/>
            <a:ext cx="7793360" cy="4541053"/>
          </a:xfrm>
          <a:prstGeom prst="rect">
            <a:avLst/>
          </a:prstGeom>
        </p:spPr>
      </p:pic>
      <p:sp>
        <p:nvSpPr>
          <p:cNvPr id="16" name="Google Shape;1117;p83">
            <a:extLst>
              <a:ext uri="{FF2B5EF4-FFF2-40B4-BE49-F238E27FC236}">
                <a16:creationId xmlns:a16="http://schemas.microsoft.com/office/drawing/2014/main" id="{4571168E-ED50-4DC3-8AF0-2ACC0DB52989}"/>
              </a:ext>
            </a:extLst>
          </p:cNvPr>
          <p:cNvSpPr/>
          <p:nvPr/>
        </p:nvSpPr>
        <p:spPr>
          <a:xfrm>
            <a:off x="2275468" y="1956816"/>
            <a:ext cx="693263" cy="353568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117;p83">
            <a:extLst>
              <a:ext uri="{FF2B5EF4-FFF2-40B4-BE49-F238E27FC236}">
                <a16:creationId xmlns:a16="http://schemas.microsoft.com/office/drawing/2014/main" id="{DEA191FE-EEA3-4E10-9A64-AE9CEDFBAFDD}"/>
              </a:ext>
            </a:extLst>
          </p:cNvPr>
          <p:cNvSpPr/>
          <p:nvPr/>
        </p:nvSpPr>
        <p:spPr>
          <a:xfrm>
            <a:off x="2275468" y="2925370"/>
            <a:ext cx="5971544" cy="1896566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360176-B37F-4073-BD75-544C71C9D755}"/>
              </a:ext>
            </a:extLst>
          </p:cNvPr>
          <p:cNvCxnSpPr>
            <a:cxnSpLocks/>
          </p:cNvCxnSpPr>
          <p:nvPr/>
        </p:nvCxnSpPr>
        <p:spPr>
          <a:xfrm>
            <a:off x="1699798" y="2157396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B52FF6-CA50-4A93-8F8A-CA59A41EC649}"/>
              </a:ext>
            </a:extLst>
          </p:cNvPr>
          <p:cNvSpPr txBox="1"/>
          <p:nvPr/>
        </p:nvSpPr>
        <p:spPr>
          <a:xfrm>
            <a:off x="1368041" y="194893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DD6A53-CA93-47EA-A4CF-8FE4DCCEFDD7}"/>
              </a:ext>
            </a:extLst>
          </p:cNvPr>
          <p:cNvCxnSpPr>
            <a:cxnSpLocks/>
          </p:cNvCxnSpPr>
          <p:nvPr/>
        </p:nvCxnSpPr>
        <p:spPr>
          <a:xfrm>
            <a:off x="1716187" y="3758447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86AB79-D584-4244-BD34-CAFEBF171EF3}"/>
              </a:ext>
            </a:extLst>
          </p:cNvPr>
          <p:cNvSpPr txBox="1"/>
          <p:nvPr/>
        </p:nvSpPr>
        <p:spPr>
          <a:xfrm>
            <a:off x="1384430" y="35499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00006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9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BFB035-3519-45BB-B521-9F01F956B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320" y="1554713"/>
            <a:ext cx="7793360" cy="4541053"/>
          </a:xfrm>
          <a:prstGeom prst="rect">
            <a:avLst/>
          </a:prstGeom>
        </p:spPr>
      </p:pic>
      <p:sp>
        <p:nvSpPr>
          <p:cNvPr id="17" name="Google Shape;1117;p83">
            <a:extLst>
              <a:ext uri="{FF2B5EF4-FFF2-40B4-BE49-F238E27FC236}">
                <a16:creationId xmlns:a16="http://schemas.microsoft.com/office/drawing/2014/main" id="{DEA191FE-EEA3-4E10-9A64-AE9CEDFBAFDD}"/>
              </a:ext>
            </a:extLst>
          </p:cNvPr>
          <p:cNvSpPr/>
          <p:nvPr/>
        </p:nvSpPr>
        <p:spPr>
          <a:xfrm flipV="1">
            <a:off x="2275468" y="4821936"/>
            <a:ext cx="5971544" cy="1450848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360176-B37F-4073-BD75-544C71C9D755}"/>
              </a:ext>
            </a:extLst>
          </p:cNvPr>
          <p:cNvCxnSpPr>
            <a:cxnSpLocks/>
          </p:cNvCxnSpPr>
          <p:nvPr/>
        </p:nvCxnSpPr>
        <p:spPr>
          <a:xfrm>
            <a:off x="1697336" y="5595540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B52FF6-CA50-4A93-8F8A-CA59A41EC649}"/>
              </a:ext>
            </a:extLst>
          </p:cNvPr>
          <p:cNvSpPr txBox="1"/>
          <p:nvPr/>
        </p:nvSpPr>
        <p:spPr>
          <a:xfrm>
            <a:off x="1365579" y="53870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22559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48B4F7-1CF2-4DCE-B32E-793618330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451104"/>
            <a:ext cx="5090632" cy="5096256"/>
          </a:xfrm>
          <a:prstGeom prst="rect">
            <a:avLst/>
          </a:prstGeom>
        </p:spPr>
      </p:pic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10</a:t>
            </a:fld>
            <a:endParaRPr kern="0">
              <a:solidFill>
                <a:srgbClr val="413C3A"/>
              </a:solidFill>
            </a:endParaRPr>
          </a:p>
        </p:txBody>
      </p:sp>
      <p:sp>
        <p:nvSpPr>
          <p:cNvPr id="17" name="Google Shape;1117;p83">
            <a:extLst>
              <a:ext uri="{FF2B5EF4-FFF2-40B4-BE49-F238E27FC236}">
                <a16:creationId xmlns:a16="http://schemas.microsoft.com/office/drawing/2014/main" id="{DEA191FE-EEA3-4E10-9A64-AE9CEDFBAFDD}"/>
              </a:ext>
            </a:extLst>
          </p:cNvPr>
          <p:cNvSpPr/>
          <p:nvPr/>
        </p:nvSpPr>
        <p:spPr>
          <a:xfrm flipV="1">
            <a:off x="3470284" y="1310640"/>
            <a:ext cx="1778372" cy="4017264"/>
          </a:xfrm>
          <a:prstGeom prst="rect">
            <a:avLst/>
          </a:prstGeom>
          <a:noFill/>
          <a:ln w="57150" cap="flat" cmpd="sng">
            <a:solidFill>
              <a:srgbClr val="3C7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E360176-B37F-4073-BD75-544C71C9D755}"/>
              </a:ext>
            </a:extLst>
          </p:cNvPr>
          <p:cNvCxnSpPr>
            <a:cxnSpLocks/>
          </p:cNvCxnSpPr>
          <p:nvPr/>
        </p:nvCxnSpPr>
        <p:spPr>
          <a:xfrm>
            <a:off x="2920334" y="2517060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BB52FF6-CA50-4A93-8F8A-CA59A41EC649}"/>
              </a:ext>
            </a:extLst>
          </p:cNvPr>
          <p:cNvSpPr txBox="1"/>
          <p:nvPr/>
        </p:nvSpPr>
        <p:spPr>
          <a:xfrm>
            <a:off x="2527442" y="229640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561757-E860-4C09-A9EA-0B3A40DC2143}"/>
              </a:ext>
            </a:extLst>
          </p:cNvPr>
          <p:cNvCxnSpPr>
            <a:cxnSpLocks/>
          </p:cNvCxnSpPr>
          <p:nvPr/>
        </p:nvCxnSpPr>
        <p:spPr>
          <a:xfrm>
            <a:off x="2920334" y="2218356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9CD24F-5707-4E9B-A3AD-AE4EBECBEB47}"/>
              </a:ext>
            </a:extLst>
          </p:cNvPr>
          <p:cNvSpPr txBox="1"/>
          <p:nvPr/>
        </p:nvSpPr>
        <p:spPr>
          <a:xfrm>
            <a:off x="2526879" y="204037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1CB640-29C2-4540-A54A-420410D89C81}"/>
              </a:ext>
            </a:extLst>
          </p:cNvPr>
          <p:cNvCxnSpPr>
            <a:cxnSpLocks/>
          </p:cNvCxnSpPr>
          <p:nvPr/>
        </p:nvCxnSpPr>
        <p:spPr>
          <a:xfrm>
            <a:off x="2901483" y="2785284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74D47A0-9807-4244-9CEF-0BA8721AFB56}"/>
              </a:ext>
            </a:extLst>
          </p:cNvPr>
          <p:cNvSpPr txBox="1"/>
          <p:nvPr/>
        </p:nvSpPr>
        <p:spPr>
          <a:xfrm>
            <a:off x="2528305" y="260061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901D76-1ABF-4A28-ADAC-2C15EB057A6D}"/>
              </a:ext>
            </a:extLst>
          </p:cNvPr>
          <p:cNvCxnSpPr>
            <a:cxnSpLocks/>
          </p:cNvCxnSpPr>
          <p:nvPr/>
        </p:nvCxnSpPr>
        <p:spPr>
          <a:xfrm>
            <a:off x="2889466" y="4034964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0A4F76-AF8B-4A82-8F2A-D53324453C6B}"/>
              </a:ext>
            </a:extLst>
          </p:cNvPr>
          <p:cNvSpPr txBox="1"/>
          <p:nvPr/>
        </p:nvSpPr>
        <p:spPr>
          <a:xfrm>
            <a:off x="2516288" y="385029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2C0364-ECE4-40E9-A4EF-54FC4A0B1960}"/>
              </a:ext>
            </a:extLst>
          </p:cNvPr>
          <p:cNvCxnSpPr>
            <a:cxnSpLocks/>
          </p:cNvCxnSpPr>
          <p:nvPr/>
        </p:nvCxnSpPr>
        <p:spPr>
          <a:xfrm>
            <a:off x="2889466" y="5099978"/>
            <a:ext cx="49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CF390AB-9E5A-4737-A73A-17707E15A697}"/>
              </a:ext>
            </a:extLst>
          </p:cNvPr>
          <p:cNvSpPr txBox="1"/>
          <p:nvPr/>
        </p:nvSpPr>
        <p:spPr>
          <a:xfrm>
            <a:off x="2516288" y="49153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02989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11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6B0E0-1480-4777-86FB-62622AD13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50" y="3854104"/>
            <a:ext cx="11857748" cy="14555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D1F48E-9631-42DF-A5E2-FAB37738F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517" y="854871"/>
            <a:ext cx="1996613" cy="21490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164C45E-6269-4B25-8551-7DE649560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4196" y="856156"/>
            <a:ext cx="4938188" cy="2179509"/>
          </a:xfrm>
          <a:prstGeom prst="rect">
            <a:avLst/>
          </a:prstGeom>
        </p:spPr>
      </p:pic>
      <p:sp>
        <p:nvSpPr>
          <p:cNvPr id="19" name="Google Shape;236;p38">
            <a:extLst>
              <a:ext uri="{FF2B5EF4-FFF2-40B4-BE49-F238E27FC236}">
                <a16:creationId xmlns:a16="http://schemas.microsoft.com/office/drawing/2014/main" id="{CC3AB84E-E896-48C6-B2AF-2FAED79A93F9}"/>
              </a:ext>
            </a:extLst>
          </p:cNvPr>
          <p:cNvSpPr/>
          <p:nvPr/>
        </p:nvSpPr>
        <p:spPr>
          <a:xfrm>
            <a:off x="1499616" y="2207801"/>
            <a:ext cx="1900514" cy="33064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56;p39">
            <a:extLst>
              <a:ext uri="{FF2B5EF4-FFF2-40B4-BE49-F238E27FC236}">
                <a16:creationId xmlns:a16="http://schemas.microsoft.com/office/drawing/2014/main" id="{05EB4308-60C1-415F-9544-4A4ED6D1F93E}"/>
              </a:ext>
            </a:extLst>
          </p:cNvPr>
          <p:cNvSpPr/>
          <p:nvPr/>
        </p:nvSpPr>
        <p:spPr>
          <a:xfrm rot="16200000">
            <a:off x="4624254" y="1602288"/>
            <a:ext cx="349500" cy="8803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36;p38">
            <a:extLst>
              <a:ext uri="{FF2B5EF4-FFF2-40B4-BE49-F238E27FC236}">
                <a16:creationId xmlns:a16="http://schemas.microsoft.com/office/drawing/2014/main" id="{97D49627-EFB3-429B-8945-70688B3C75E2}"/>
              </a:ext>
            </a:extLst>
          </p:cNvPr>
          <p:cNvSpPr/>
          <p:nvPr/>
        </p:nvSpPr>
        <p:spPr>
          <a:xfrm>
            <a:off x="7211354" y="1991947"/>
            <a:ext cx="3048000" cy="54832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5F6FC60-7905-4496-B379-0F4B3E463F1E}"/>
              </a:ext>
            </a:extLst>
          </p:cNvPr>
          <p:cNvSpPr/>
          <p:nvPr/>
        </p:nvSpPr>
        <p:spPr>
          <a:xfrm>
            <a:off x="774192" y="4041648"/>
            <a:ext cx="4803648" cy="585216"/>
          </a:xfrm>
          <a:custGeom>
            <a:avLst/>
            <a:gdLst>
              <a:gd name="connsiteX0" fmla="*/ 1773936 w 4803648"/>
              <a:gd name="connsiteY0" fmla="*/ 0 h 585216"/>
              <a:gd name="connsiteX1" fmla="*/ 1773936 w 4803648"/>
              <a:gd name="connsiteY1" fmla="*/ 231648 h 585216"/>
              <a:gd name="connsiteX2" fmla="*/ 0 w 4803648"/>
              <a:gd name="connsiteY2" fmla="*/ 231648 h 585216"/>
              <a:gd name="connsiteX3" fmla="*/ 0 w 4803648"/>
              <a:gd name="connsiteY3" fmla="*/ 585216 h 585216"/>
              <a:gd name="connsiteX4" fmla="*/ 4803648 w 4803648"/>
              <a:gd name="connsiteY4" fmla="*/ 585216 h 585216"/>
              <a:gd name="connsiteX5" fmla="*/ 4803648 w 4803648"/>
              <a:gd name="connsiteY5" fmla="*/ 6096 h 585216"/>
              <a:gd name="connsiteX6" fmla="*/ 1773936 w 4803648"/>
              <a:gd name="connsiteY6" fmla="*/ 0 h 585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03648" h="585216">
                <a:moveTo>
                  <a:pt x="1773936" y="0"/>
                </a:moveTo>
                <a:lnTo>
                  <a:pt x="1773936" y="231648"/>
                </a:lnTo>
                <a:lnTo>
                  <a:pt x="0" y="231648"/>
                </a:lnTo>
                <a:lnTo>
                  <a:pt x="0" y="585216"/>
                </a:lnTo>
                <a:lnTo>
                  <a:pt x="4803648" y="585216"/>
                </a:lnTo>
                <a:lnTo>
                  <a:pt x="4803648" y="6096"/>
                </a:lnTo>
                <a:lnTo>
                  <a:pt x="1773936" y="0"/>
                </a:lnTo>
                <a:close/>
              </a:path>
            </a:pathLst>
          </a:custGeom>
          <a:solidFill>
            <a:srgbClr val="FF0000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12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06B0E0-1480-4777-86FB-62622AD13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50" y="3854104"/>
            <a:ext cx="11857748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8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13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3801C72-A949-4DAF-9C1D-87B5816E5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789" y="2193352"/>
            <a:ext cx="5685013" cy="172989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F0EF518-D752-446B-981D-81D8E1B99A98}"/>
              </a:ext>
            </a:extLst>
          </p:cNvPr>
          <p:cNvSpPr/>
          <p:nvPr/>
        </p:nvSpPr>
        <p:spPr>
          <a:xfrm>
            <a:off x="2872945" y="2286000"/>
            <a:ext cx="1983260" cy="17917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E299B0-BB39-45F0-9CF5-EF40D63D2EA7}"/>
              </a:ext>
            </a:extLst>
          </p:cNvPr>
          <p:cNvSpPr/>
          <p:nvPr/>
        </p:nvSpPr>
        <p:spPr>
          <a:xfrm>
            <a:off x="2872944" y="3569043"/>
            <a:ext cx="4819135" cy="17917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6FAFA2-E2E4-4CF4-A769-E5A68A78F2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2645" b="18577"/>
          <a:stretch/>
        </p:blipFill>
        <p:spPr>
          <a:xfrm>
            <a:off x="4767856" y="3389870"/>
            <a:ext cx="1120237" cy="1791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159EFA-31D5-421E-99A6-9DAD2BA3FA87}"/>
              </a:ext>
            </a:extLst>
          </p:cNvPr>
          <p:cNvSpPr/>
          <p:nvPr/>
        </p:nvSpPr>
        <p:spPr>
          <a:xfrm>
            <a:off x="2872945" y="2901778"/>
            <a:ext cx="1983260" cy="17917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1B0CF7-C078-465F-84CE-14DE5E4EB6A9}"/>
              </a:ext>
            </a:extLst>
          </p:cNvPr>
          <p:cNvSpPr/>
          <p:nvPr/>
        </p:nvSpPr>
        <p:spPr>
          <a:xfrm>
            <a:off x="5841553" y="3389870"/>
            <a:ext cx="278130" cy="1791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E47487-C447-4012-BEA7-C928E6740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8138" y="3107818"/>
            <a:ext cx="1104996" cy="2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11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14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47369-B37B-4614-8A6E-E1AA68E174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813" r="61425"/>
          <a:stretch/>
        </p:blipFill>
        <p:spPr>
          <a:xfrm>
            <a:off x="1940739" y="2755556"/>
            <a:ext cx="2864310" cy="15772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72221A-CA47-4604-AAFA-3320BB54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284" y="368623"/>
            <a:ext cx="4702607" cy="5844746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EBA09683-8B5B-4847-B62E-FA5C53961C69}"/>
              </a:ext>
            </a:extLst>
          </p:cNvPr>
          <p:cNvSpPr/>
          <p:nvPr/>
        </p:nvSpPr>
        <p:spPr>
          <a:xfrm>
            <a:off x="5120146" y="3290996"/>
            <a:ext cx="778475" cy="4778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9C24CF-3D6C-4D07-9D3F-80302995049D}"/>
              </a:ext>
            </a:extLst>
          </p:cNvPr>
          <p:cNvSpPr/>
          <p:nvPr/>
        </p:nvSpPr>
        <p:spPr>
          <a:xfrm>
            <a:off x="6232252" y="974124"/>
            <a:ext cx="1260391" cy="21830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E38468-C8A3-4DE0-B511-B204E9F2F24A}"/>
              </a:ext>
            </a:extLst>
          </p:cNvPr>
          <p:cNvSpPr/>
          <p:nvPr/>
        </p:nvSpPr>
        <p:spPr>
          <a:xfrm>
            <a:off x="6232252" y="3181844"/>
            <a:ext cx="4411364" cy="21830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3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15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839430-A39B-4C90-B32A-F6F8DC5CA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246" y="508962"/>
            <a:ext cx="5901407" cy="56324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F3E1713-A231-4F42-A8D9-998D14B9F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43" y="1940813"/>
            <a:ext cx="6586112" cy="17045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774E22-39FB-495D-8995-7C5730BB653B}"/>
              </a:ext>
            </a:extLst>
          </p:cNvPr>
          <p:cNvSpPr/>
          <p:nvPr/>
        </p:nvSpPr>
        <p:spPr>
          <a:xfrm>
            <a:off x="3879196" y="961932"/>
            <a:ext cx="1260391" cy="21830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33DE6A-0C5F-4BB1-AB91-D3AF0180FD45}"/>
              </a:ext>
            </a:extLst>
          </p:cNvPr>
          <p:cNvSpPr/>
          <p:nvPr/>
        </p:nvSpPr>
        <p:spPr>
          <a:xfrm>
            <a:off x="3921868" y="2319115"/>
            <a:ext cx="6276740" cy="1045877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21029D-8042-4979-9350-13DDA11D054A}"/>
              </a:ext>
            </a:extLst>
          </p:cNvPr>
          <p:cNvSpPr txBox="1"/>
          <p:nvPr/>
        </p:nvSpPr>
        <p:spPr>
          <a:xfrm>
            <a:off x="3468401" y="2484644"/>
            <a:ext cx="32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53D780-FD86-428F-9A22-D9FE213105E7}"/>
              </a:ext>
            </a:extLst>
          </p:cNvPr>
          <p:cNvCxnSpPr>
            <a:cxnSpLocks/>
          </p:cNvCxnSpPr>
          <p:nvPr/>
        </p:nvCxnSpPr>
        <p:spPr>
          <a:xfrm>
            <a:off x="3741474" y="2693670"/>
            <a:ext cx="2044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B17FFD-21A6-4544-A531-A2DD9BDDAA5F}"/>
              </a:ext>
            </a:extLst>
          </p:cNvPr>
          <p:cNvSpPr txBox="1"/>
          <p:nvPr/>
        </p:nvSpPr>
        <p:spPr>
          <a:xfrm>
            <a:off x="3481209" y="3066052"/>
            <a:ext cx="323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5B8CC84-1EB1-4C1C-882F-BC0E8A2B2FAA}"/>
              </a:ext>
            </a:extLst>
          </p:cNvPr>
          <p:cNvCxnSpPr>
            <a:cxnSpLocks/>
          </p:cNvCxnSpPr>
          <p:nvPr/>
        </p:nvCxnSpPr>
        <p:spPr>
          <a:xfrm>
            <a:off x="3754282" y="3275078"/>
            <a:ext cx="20445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6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16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CDD342-0CFE-49B5-B1E5-04444E6AE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342" y="735462"/>
            <a:ext cx="5949060" cy="39613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17667A-29B0-4A04-B8F7-C5BBDDEC8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34" y="3154656"/>
            <a:ext cx="1524132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88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17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2790B8-0381-4EBB-A88C-2F89B4031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976" y="259623"/>
            <a:ext cx="3395424" cy="9058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F63A59-29C3-463E-8B02-CD65A5AA9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3178" y="1552346"/>
            <a:ext cx="8702153" cy="47391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E20CD9-D97A-4F37-994C-37347922FA61}"/>
              </a:ext>
            </a:extLst>
          </p:cNvPr>
          <p:cNvSpPr/>
          <p:nvPr/>
        </p:nvSpPr>
        <p:spPr>
          <a:xfrm>
            <a:off x="4145884" y="313025"/>
            <a:ext cx="864781" cy="37895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2335D4-CA81-4D69-9FD9-4DEB7C058AFE}"/>
              </a:ext>
            </a:extLst>
          </p:cNvPr>
          <p:cNvSpPr/>
          <p:nvPr/>
        </p:nvSpPr>
        <p:spPr>
          <a:xfrm>
            <a:off x="5231219" y="1855561"/>
            <a:ext cx="1032421" cy="177126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80156C-426F-4E81-B6F1-98AC379A5155}"/>
              </a:ext>
            </a:extLst>
          </p:cNvPr>
          <p:cNvSpPr/>
          <p:nvPr/>
        </p:nvSpPr>
        <p:spPr>
          <a:xfrm>
            <a:off x="6309449" y="2503261"/>
            <a:ext cx="506641" cy="177126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3AEBDB-7886-4C1A-8F3B-70784CDD719F}"/>
              </a:ext>
            </a:extLst>
          </p:cNvPr>
          <p:cNvSpPr/>
          <p:nvPr/>
        </p:nvSpPr>
        <p:spPr>
          <a:xfrm>
            <a:off x="5010665" y="4736750"/>
            <a:ext cx="913885" cy="216249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7CF720F4-0F4F-460C-8441-AA70FEB9BD55}"/>
              </a:ext>
            </a:extLst>
          </p:cNvPr>
          <p:cNvSpPr/>
          <p:nvPr/>
        </p:nvSpPr>
        <p:spPr>
          <a:xfrm>
            <a:off x="4448433" y="912145"/>
            <a:ext cx="382545" cy="5066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21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E733D1-6944-46BE-8CCA-CB3F0D375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092" y="912145"/>
            <a:ext cx="3505504" cy="5182049"/>
          </a:xfrm>
          <a:prstGeom prst="rect">
            <a:avLst/>
          </a:prstGeom>
        </p:spPr>
      </p:pic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18</a:t>
            </a:fld>
            <a:endParaRPr kern="0">
              <a:solidFill>
                <a:srgbClr val="413C3A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20CD9-D97A-4F37-994C-37347922FA61}"/>
              </a:ext>
            </a:extLst>
          </p:cNvPr>
          <p:cNvSpPr/>
          <p:nvPr/>
        </p:nvSpPr>
        <p:spPr>
          <a:xfrm>
            <a:off x="4798829" y="2445494"/>
            <a:ext cx="335404" cy="378953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D715F5B-A1F4-4BC1-AC20-46724ACB8974}"/>
              </a:ext>
            </a:extLst>
          </p:cNvPr>
          <p:cNvSpPr/>
          <p:nvPr/>
        </p:nvSpPr>
        <p:spPr>
          <a:xfrm>
            <a:off x="4757352" y="629844"/>
            <a:ext cx="376881" cy="354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Left 2">
            <a:extLst>
              <a:ext uri="{FF2B5EF4-FFF2-40B4-BE49-F238E27FC236}">
                <a16:creationId xmlns:a16="http://schemas.microsoft.com/office/drawing/2014/main" id="{84A03C0F-2147-4AA7-8678-C67599E39517}"/>
              </a:ext>
            </a:extLst>
          </p:cNvPr>
          <p:cNvSpPr/>
          <p:nvPr/>
        </p:nvSpPr>
        <p:spPr>
          <a:xfrm>
            <a:off x="5261596" y="2513258"/>
            <a:ext cx="632577" cy="28122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A52F3A-D125-4A48-AFCF-4A42ECD47F07}"/>
              </a:ext>
            </a:extLst>
          </p:cNvPr>
          <p:cNvSpPr/>
          <p:nvPr/>
        </p:nvSpPr>
        <p:spPr>
          <a:xfrm>
            <a:off x="1942357" y="2174789"/>
            <a:ext cx="1301291" cy="270705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310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19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5" name="Google Shape;184;p34">
            <a:extLst>
              <a:ext uri="{FF2B5EF4-FFF2-40B4-BE49-F238E27FC236}">
                <a16:creationId xmlns:a16="http://schemas.microsoft.com/office/drawing/2014/main" id="{F3CE3629-8A9F-4E9C-8A10-0E6BE64376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8737" y="1017185"/>
            <a:ext cx="2519859" cy="33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6;p34">
            <a:extLst>
              <a:ext uri="{FF2B5EF4-FFF2-40B4-BE49-F238E27FC236}">
                <a16:creationId xmlns:a16="http://schemas.microsoft.com/office/drawing/2014/main" id="{3580A728-F284-4005-A328-4E8A598674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5407" y="1678745"/>
            <a:ext cx="7823931" cy="36244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87;p34">
            <a:extLst>
              <a:ext uri="{FF2B5EF4-FFF2-40B4-BE49-F238E27FC236}">
                <a16:creationId xmlns:a16="http://schemas.microsoft.com/office/drawing/2014/main" id="{7AADC9A0-5935-4B32-AD90-58B98BD69791}"/>
              </a:ext>
            </a:extLst>
          </p:cNvPr>
          <p:cNvSpPr/>
          <p:nvPr/>
        </p:nvSpPr>
        <p:spPr>
          <a:xfrm>
            <a:off x="739341" y="2305610"/>
            <a:ext cx="961041" cy="308747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88;p34">
            <a:extLst>
              <a:ext uri="{FF2B5EF4-FFF2-40B4-BE49-F238E27FC236}">
                <a16:creationId xmlns:a16="http://schemas.microsoft.com/office/drawing/2014/main" id="{0C787E39-E337-4213-B8B2-5DBA2F76CABB}"/>
              </a:ext>
            </a:extLst>
          </p:cNvPr>
          <p:cNvSpPr/>
          <p:nvPr/>
        </p:nvSpPr>
        <p:spPr>
          <a:xfrm>
            <a:off x="3879710" y="3676135"/>
            <a:ext cx="1254240" cy="20208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9;p34">
            <a:extLst>
              <a:ext uri="{FF2B5EF4-FFF2-40B4-BE49-F238E27FC236}">
                <a16:creationId xmlns:a16="http://schemas.microsoft.com/office/drawing/2014/main" id="{A90B041E-AB38-4E86-8AD9-2192ED80D8CE}"/>
              </a:ext>
            </a:extLst>
          </p:cNvPr>
          <p:cNvSpPr/>
          <p:nvPr/>
        </p:nvSpPr>
        <p:spPr>
          <a:xfrm>
            <a:off x="2853289" y="4322852"/>
            <a:ext cx="888112" cy="4727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7221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38257DB-C102-436C-B6F4-AF3B04AA9C86}"/>
              </a:ext>
            </a:extLst>
          </p:cNvPr>
          <p:cNvGrpSpPr/>
          <p:nvPr/>
        </p:nvGrpSpPr>
        <p:grpSpPr>
          <a:xfrm>
            <a:off x="3319373" y="578213"/>
            <a:ext cx="7980880" cy="3539136"/>
            <a:chOff x="4005174" y="501765"/>
            <a:chExt cx="6821122" cy="292723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0C66F7F-7F22-4D62-BDA0-6BFBA7650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85605"/>
            <a:stretch/>
          </p:blipFill>
          <p:spPr>
            <a:xfrm>
              <a:off x="4005174" y="501765"/>
              <a:ext cx="1178485" cy="292723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F63B3D1-81DB-478C-B747-8FFB45B6AC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8608" r="1861"/>
            <a:stretch/>
          </p:blipFill>
          <p:spPr>
            <a:xfrm>
              <a:off x="5133950" y="501765"/>
              <a:ext cx="5692346" cy="2927235"/>
            </a:xfrm>
            <a:prstGeom prst="rect">
              <a:avLst/>
            </a:prstGeom>
          </p:spPr>
        </p:pic>
      </p:grpSp>
      <p:sp>
        <p:nvSpPr>
          <p:cNvPr id="348" name="Google Shape;348;p43"/>
          <p:cNvSpPr txBox="1">
            <a:spLocks noGrp="1"/>
          </p:cNvSpPr>
          <p:nvPr>
            <p:ph type="sldNum" idx="12"/>
          </p:nvPr>
        </p:nvSpPr>
        <p:spPr>
          <a:xfrm>
            <a:off x="11508400" y="150623"/>
            <a:ext cx="683600" cy="2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0000" tIns="0" rIns="120000" bIns="0" anchor="t" anchorCtr="0">
            <a:noAutofit/>
          </a:bodyPr>
          <a:lstStyle/>
          <a:p>
            <a:pPr defTabSz="1219170"/>
            <a:fld id="{00000000-1234-1234-1234-123412341234}" type="slidenum">
              <a:rPr lang="fr" kern="0">
                <a:solidFill>
                  <a:srgbClr val="413C3A"/>
                </a:solidFill>
              </a:rPr>
              <a:pPr defTabSz="1219170"/>
              <a:t>20</a:t>
            </a:fld>
            <a:endParaRPr kern="0">
              <a:solidFill>
                <a:srgbClr val="413C3A"/>
              </a:solidFill>
            </a:endParaRPr>
          </a:p>
        </p:txBody>
      </p:sp>
      <p:pic>
        <p:nvPicPr>
          <p:cNvPr id="5" name="Google Shape;184;p34">
            <a:extLst>
              <a:ext uri="{FF2B5EF4-FFF2-40B4-BE49-F238E27FC236}">
                <a16:creationId xmlns:a16="http://schemas.microsoft.com/office/drawing/2014/main" id="{F3CE3629-8A9F-4E9C-8A10-0E6BE64376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818" y="893617"/>
            <a:ext cx="2519859" cy="335210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87;p34">
            <a:extLst>
              <a:ext uri="{FF2B5EF4-FFF2-40B4-BE49-F238E27FC236}">
                <a16:creationId xmlns:a16="http://schemas.microsoft.com/office/drawing/2014/main" id="{7AADC9A0-5935-4B32-AD90-58B98BD69791}"/>
              </a:ext>
            </a:extLst>
          </p:cNvPr>
          <p:cNvSpPr/>
          <p:nvPr/>
        </p:nvSpPr>
        <p:spPr>
          <a:xfrm>
            <a:off x="430422" y="2182042"/>
            <a:ext cx="961041" cy="308747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9;p34">
            <a:extLst>
              <a:ext uri="{FF2B5EF4-FFF2-40B4-BE49-F238E27FC236}">
                <a16:creationId xmlns:a16="http://schemas.microsoft.com/office/drawing/2014/main" id="{A90B041E-AB38-4E86-8AD9-2192ED80D8CE}"/>
              </a:ext>
            </a:extLst>
          </p:cNvPr>
          <p:cNvSpPr/>
          <p:nvPr/>
        </p:nvSpPr>
        <p:spPr>
          <a:xfrm>
            <a:off x="2031565" y="2096923"/>
            <a:ext cx="1229648" cy="4727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BC4057-C34E-4981-A357-DC0A846E4593}"/>
              </a:ext>
            </a:extLst>
          </p:cNvPr>
          <p:cNvSpPr/>
          <p:nvPr/>
        </p:nvSpPr>
        <p:spPr>
          <a:xfrm>
            <a:off x="3338778" y="2212428"/>
            <a:ext cx="1301291" cy="270705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73A45-5D22-4C84-930C-0A2273961674}"/>
              </a:ext>
            </a:extLst>
          </p:cNvPr>
          <p:cNvSpPr/>
          <p:nvPr/>
        </p:nvSpPr>
        <p:spPr>
          <a:xfrm>
            <a:off x="10616654" y="1741417"/>
            <a:ext cx="683600" cy="218000"/>
          </a:xfrm>
          <a:prstGeom prst="rect">
            <a:avLst/>
          </a:prstGeom>
          <a:solidFill>
            <a:srgbClr val="E30613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D983D389-07D7-463B-ACD2-720EE1D9B5CA}"/>
              </a:ext>
            </a:extLst>
          </p:cNvPr>
          <p:cNvSpPr/>
          <p:nvPr/>
        </p:nvSpPr>
        <p:spPr>
          <a:xfrm>
            <a:off x="10787288" y="2000705"/>
            <a:ext cx="341801" cy="35391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FABFAD-4F89-4ADD-9C19-B13A33627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4154" y="4289935"/>
            <a:ext cx="2380345" cy="7602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A3BCF0-B6D9-4204-B153-5ED8C5D59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2706" y="5222736"/>
            <a:ext cx="1401383" cy="1480591"/>
          </a:xfrm>
          <a:prstGeom prst="rect">
            <a:avLst/>
          </a:prstGeom>
        </p:spPr>
      </p:pic>
      <p:sp>
        <p:nvSpPr>
          <p:cNvPr id="17" name="Arrow: Left 16">
            <a:extLst>
              <a:ext uri="{FF2B5EF4-FFF2-40B4-BE49-F238E27FC236}">
                <a16:creationId xmlns:a16="http://schemas.microsoft.com/office/drawing/2014/main" id="{09B5A891-C8CD-41BA-A4E5-16FA7FD937CB}"/>
              </a:ext>
            </a:extLst>
          </p:cNvPr>
          <p:cNvSpPr/>
          <p:nvPr/>
        </p:nvSpPr>
        <p:spPr>
          <a:xfrm>
            <a:off x="10280822" y="5222736"/>
            <a:ext cx="902042" cy="51697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636609-4F02-4C3D-93AD-C6B511CADB48}"/>
              </a:ext>
            </a:extLst>
          </p:cNvPr>
          <p:cNvSpPr/>
          <p:nvPr/>
        </p:nvSpPr>
        <p:spPr>
          <a:xfrm>
            <a:off x="166816" y="150623"/>
            <a:ext cx="1105930" cy="4981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7601DF-66DE-4021-9290-535D63D1156D}"/>
              </a:ext>
            </a:extLst>
          </p:cNvPr>
          <p:cNvSpPr/>
          <p:nvPr/>
        </p:nvSpPr>
        <p:spPr>
          <a:xfrm>
            <a:off x="285533" y="5647320"/>
            <a:ext cx="1105930" cy="10560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70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>
          <a:extLst>
            <a:ext uri="{FF2B5EF4-FFF2-40B4-BE49-F238E27FC236}">
              <a16:creationId xmlns:a16="http://schemas.microsoft.com/office/drawing/2014/main" id="{D4CCBCBA-DD5A-B393-FB69-51B0E4EA8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FA21311C-EC59-23F8-1F89-DBE2F76B9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43" y="1371070"/>
            <a:ext cx="4425093" cy="375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1">
            <a:extLst>
              <a:ext uri="{FF2B5EF4-FFF2-40B4-BE49-F238E27FC236}">
                <a16:creationId xmlns:a16="http://schemas.microsoft.com/office/drawing/2014/main" id="{F633EDB2-4937-020F-1F1D-101E189927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5959"/>
          <a:stretch/>
        </p:blipFill>
        <p:spPr>
          <a:xfrm>
            <a:off x="9764902" y="624858"/>
            <a:ext cx="2122298" cy="5252024"/>
          </a:xfrm>
          <a:prstGeom prst="rect">
            <a:avLst/>
          </a:prstGeom>
        </p:spPr>
      </p:pic>
      <p:pic>
        <p:nvPicPr>
          <p:cNvPr id="4" name="Google Shape;184;p34">
            <a:extLst>
              <a:ext uri="{FF2B5EF4-FFF2-40B4-BE49-F238E27FC236}">
                <a16:creationId xmlns:a16="http://schemas.microsoft.com/office/drawing/2014/main" id="{1AFF46E6-EE20-A903-7DA6-36A4AB88E41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31778" y="1493603"/>
            <a:ext cx="2823392" cy="375588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89;p34">
            <a:extLst>
              <a:ext uri="{FF2B5EF4-FFF2-40B4-BE49-F238E27FC236}">
                <a16:creationId xmlns:a16="http://schemas.microsoft.com/office/drawing/2014/main" id="{7F3E1B02-4042-987B-553E-5CA6B3347D1D}"/>
              </a:ext>
            </a:extLst>
          </p:cNvPr>
          <p:cNvSpPr/>
          <p:nvPr/>
        </p:nvSpPr>
        <p:spPr>
          <a:xfrm>
            <a:off x="8412491" y="2827740"/>
            <a:ext cx="995090" cy="52969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3FB428-DAF7-40FA-C563-8C861DC59139}"/>
              </a:ext>
            </a:extLst>
          </p:cNvPr>
          <p:cNvSpPr/>
          <p:nvPr/>
        </p:nvSpPr>
        <p:spPr>
          <a:xfrm>
            <a:off x="9790976" y="2875089"/>
            <a:ext cx="1750237" cy="295623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EFE94E-2F9A-5FCE-EC95-DF8B6E0904D0}"/>
              </a:ext>
            </a:extLst>
          </p:cNvPr>
          <p:cNvSpPr/>
          <p:nvPr/>
        </p:nvSpPr>
        <p:spPr>
          <a:xfrm>
            <a:off x="5231778" y="3019615"/>
            <a:ext cx="1180897" cy="295623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329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>
          <a:extLst>
            <a:ext uri="{FF2B5EF4-FFF2-40B4-BE49-F238E27FC236}">
              <a16:creationId xmlns:a16="http://schemas.microsoft.com/office/drawing/2014/main" id="{85E6A104-A596-F504-FD3F-E780CF020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0CAC6F74-EFEB-EFF0-EEEB-F06D8BC31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47" y="1689534"/>
            <a:ext cx="9578486" cy="1751094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726077F5-56ED-BC1E-1566-83832FB5A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767" y="4225942"/>
            <a:ext cx="3330229" cy="77730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FC96DF1-3C9E-A554-96A1-A17726392AAE}"/>
              </a:ext>
            </a:extLst>
          </p:cNvPr>
          <p:cNvSpPr/>
          <p:nvPr/>
        </p:nvSpPr>
        <p:spPr>
          <a:xfrm>
            <a:off x="3722882" y="4361798"/>
            <a:ext cx="409731" cy="165247"/>
          </a:xfrm>
          <a:prstGeom prst="rect">
            <a:avLst/>
          </a:prstGeom>
          <a:solidFill>
            <a:srgbClr val="181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191;p34">
            <a:extLst>
              <a:ext uri="{FF2B5EF4-FFF2-40B4-BE49-F238E27FC236}">
                <a16:creationId xmlns:a16="http://schemas.microsoft.com/office/drawing/2014/main" id="{F4AE3B39-B85F-E36D-AED1-4FF53617E305}"/>
              </a:ext>
            </a:extLst>
          </p:cNvPr>
          <p:cNvSpPr txBox="1"/>
          <p:nvPr/>
        </p:nvSpPr>
        <p:spPr>
          <a:xfrm>
            <a:off x="3963312" y="5336603"/>
            <a:ext cx="2728116" cy="34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CH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COPY YOUR TOKEN NOW !</a:t>
            </a:r>
            <a:endParaRPr b="1" dirty="0"/>
          </a:p>
        </p:txBody>
      </p:sp>
      <p:sp>
        <p:nvSpPr>
          <p:cNvPr id="13" name="Arrow: Up 4">
            <a:extLst>
              <a:ext uri="{FF2B5EF4-FFF2-40B4-BE49-F238E27FC236}">
                <a16:creationId xmlns:a16="http://schemas.microsoft.com/office/drawing/2014/main" id="{B41187C1-26F0-FA7D-1B12-2DBC4D4A95D2}"/>
              </a:ext>
            </a:extLst>
          </p:cNvPr>
          <p:cNvSpPr/>
          <p:nvPr/>
        </p:nvSpPr>
        <p:spPr>
          <a:xfrm>
            <a:off x="6421605" y="4956051"/>
            <a:ext cx="269823" cy="62495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7B471F-BF67-7D8D-F707-5E0492221816}"/>
              </a:ext>
            </a:extLst>
          </p:cNvPr>
          <p:cNvSpPr/>
          <p:nvPr/>
        </p:nvSpPr>
        <p:spPr>
          <a:xfrm>
            <a:off x="9001496" y="2897200"/>
            <a:ext cx="1199408" cy="375781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èche vers la gauche 14">
            <a:extLst>
              <a:ext uri="{FF2B5EF4-FFF2-40B4-BE49-F238E27FC236}">
                <a16:creationId xmlns:a16="http://schemas.microsoft.com/office/drawing/2014/main" id="{98703372-7761-11D3-219D-66581F01404A}"/>
              </a:ext>
            </a:extLst>
          </p:cNvPr>
          <p:cNvSpPr/>
          <p:nvPr/>
        </p:nvSpPr>
        <p:spPr>
          <a:xfrm>
            <a:off x="10540586" y="2897200"/>
            <a:ext cx="431971" cy="28809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AA8595-81D1-829A-574B-86958A6F2DEE}"/>
              </a:ext>
            </a:extLst>
          </p:cNvPr>
          <p:cNvSpPr/>
          <p:nvPr/>
        </p:nvSpPr>
        <p:spPr>
          <a:xfrm>
            <a:off x="6421605" y="4606255"/>
            <a:ext cx="269823" cy="375781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69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>
          <a:extLst>
            <a:ext uri="{FF2B5EF4-FFF2-40B4-BE49-F238E27FC236}">
              <a16:creationId xmlns:a16="http://schemas.microsoft.com/office/drawing/2014/main" id="{3B8ADF2E-0784-3FFC-1E46-E8FBA520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CB9FBB-5B76-DF97-2319-F77D7E21B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987" y="738854"/>
            <a:ext cx="5759597" cy="5380292"/>
          </a:xfrm>
          <a:prstGeom prst="rect">
            <a:avLst/>
          </a:prstGeom>
        </p:spPr>
      </p:pic>
      <p:sp>
        <p:nvSpPr>
          <p:cNvPr id="5" name="Google Shape;189;p34">
            <a:extLst>
              <a:ext uri="{FF2B5EF4-FFF2-40B4-BE49-F238E27FC236}">
                <a16:creationId xmlns:a16="http://schemas.microsoft.com/office/drawing/2014/main" id="{2C6F0B87-84EE-BB97-AA65-D2B428DC2045}"/>
              </a:ext>
            </a:extLst>
          </p:cNvPr>
          <p:cNvSpPr/>
          <p:nvPr/>
        </p:nvSpPr>
        <p:spPr>
          <a:xfrm>
            <a:off x="1502597" y="1991162"/>
            <a:ext cx="1080063" cy="2413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89;p34">
            <a:extLst>
              <a:ext uri="{FF2B5EF4-FFF2-40B4-BE49-F238E27FC236}">
                <a16:creationId xmlns:a16="http://schemas.microsoft.com/office/drawing/2014/main" id="{71F2C2D3-0AFD-8A4F-8CAC-405B4BCD3C8F}"/>
              </a:ext>
            </a:extLst>
          </p:cNvPr>
          <p:cNvSpPr/>
          <p:nvPr/>
        </p:nvSpPr>
        <p:spPr>
          <a:xfrm>
            <a:off x="1629491" y="4705974"/>
            <a:ext cx="1080063" cy="2413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91;p34">
            <a:extLst>
              <a:ext uri="{FF2B5EF4-FFF2-40B4-BE49-F238E27FC236}">
                <a16:creationId xmlns:a16="http://schemas.microsoft.com/office/drawing/2014/main" id="{0924B5D2-10AB-DEE1-73E5-7F4BF7F454CF}"/>
              </a:ext>
            </a:extLst>
          </p:cNvPr>
          <p:cNvSpPr txBox="1"/>
          <p:nvPr/>
        </p:nvSpPr>
        <p:spPr>
          <a:xfrm>
            <a:off x="989068" y="1175742"/>
            <a:ext cx="2107120" cy="340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gitlab-bii</a:t>
            </a:r>
            <a:r>
              <a:rPr lang="en-US" sz="1400" i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-workshop</a:t>
            </a:r>
            <a:endParaRPr lang="en-US" i="1"/>
          </a:p>
        </p:txBody>
      </p:sp>
      <p:sp>
        <p:nvSpPr>
          <p:cNvPr id="12" name="Google Shape;189;p34">
            <a:extLst>
              <a:ext uri="{FF2B5EF4-FFF2-40B4-BE49-F238E27FC236}">
                <a16:creationId xmlns:a16="http://schemas.microsoft.com/office/drawing/2014/main" id="{1222B6C7-DB65-52EE-DF3A-1EB749DD2B45}"/>
              </a:ext>
            </a:extLst>
          </p:cNvPr>
          <p:cNvSpPr/>
          <p:nvPr/>
        </p:nvSpPr>
        <p:spPr>
          <a:xfrm>
            <a:off x="1609058" y="5049477"/>
            <a:ext cx="1080063" cy="2413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46BB2-D2F2-F165-4E63-C26543205988}"/>
              </a:ext>
            </a:extLst>
          </p:cNvPr>
          <p:cNvSpPr/>
          <p:nvPr/>
        </p:nvSpPr>
        <p:spPr>
          <a:xfrm>
            <a:off x="2855787" y="1211891"/>
            <a:ext cx="4174405" cy="295623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5847CE-846D-EC13-B3F1-F6B8C3A8768E}"/>
              </a:ext>
            </a:extLst>
          </p:cNvPr>
          <p:cNvSpPr/>
          <p:nvPr/>
        </p:nvSpPr>
        <p:spPr>
          <a:xfrm>
            <a:off x="2855787" y="1936840"/>
            <a:ext cx="1750237" cy="295623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51CE1E-1E99-8788-A157-5294F6A291F7}"/>
              </a:ext>
            </a:extLst>
          </p:cNvPr>
          <p:cNvSpPr/>
          <p:nvPr/>
        </p:nvSpPr>
        <p:spPr>
          <a:xfrm>
            <a:off x="2811720" y="4725008"/>
            <a:ext cx="192738" cy="295623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9B764-FC67-7C2A-F872-A38BC4A12D74}"/>
              </a:ext>
            </a:extLst>
          </p:cNvPr>
          <p:cNvSpPr/>
          <p:nvPr/>
        </p:nvSpPr>
        <p:spPr>
          <a:xfrm>
            <a:off x="2811720" y="5020631"/>
            <a:ext cx="213172" cy="295623"/>
          </a:xfrm>
          <a:prstGeom prst="rect">
            <a:avLst/>
          </a:prstGeom>
          <a:solidFill>
            <a:srgbClr val="FFC000">
              <a:alpha val="25882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Google Shape;189;p34">
            <a:extLst>
              <a:ext uri="{FF2B5EF4-FFF2-40B4-BE49-F238E27FC236}">
                <a16:creationId xmlns:a16="http://schemas.microsoft.com/office/drawing/2014/main" id="{9FB87AF8-3E8E-C536-3FB5-F69FB8AECF51}"/>
              </a:ext>
            </a:extLst>
          </p:cNvPr>
          <p:cNvSpPr/>
          <p:nvPr/>
        </p:nvSpPr>
        <p:spPr>
          <a:xfrm>
            <a:off x="1731657" y="5873954"/>
            <a:ext cx="1080063" cy="24130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A504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88849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30613"/>
      </a:hlink>
      <a:folHlink>
        <a:srgbClr val="4F8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</TotalTime>
  <Words>159</Words>
  <Application>Microsoft Office PowerPoint</Application>
  <PresentationFormat>Widescreen</PresentationFormat>
  <Paragraphs>82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Helvetica Neue</vt:lpstr>
      <vt:lpstr>Libre Franklin</vt:lpstr>
      <vt:lpstr>Libre Franklin Light</vt:lpstr>
      <vt:lpstr>Libre Franklin Medium</vt:lpstr>
      <vt:lpstr>Noto Sans Symbols</vt:lpstr>
      <vt:lpstr>Roboto Mono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Dornier Rémy Jean Daniel</dc:creator>
  <cp:lastModifiedBy>Dornier Rémy Jean Daniel</cp:lastModifiedBy>
  <cp:revision>29</cp:revision>
  <dcterms:created xsi:type="dcterms:W3CDTF">2024-09-24T09:05:43Z</dcterms:created>
  <dcterms:modified xsi:type="dcterms:W3CDTF">2025-02-27T07:52:49Z</dcterms:modified>
</cp:coreProperties>
</file>